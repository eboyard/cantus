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312" r:id="rId22"/>
    <p:sldId id="313" r:id="rId23"/>
    <p:sldId id="314" r:id="rId24"/>
    <p:sldId id="315" r:id="rId25"/>
    <p:sldId id="316" r:id="rId26"/>
    <p:sldId id="279" r:id="rId27"/>
    <p:sldId id="280" r:id="rId28"/>
    <p:sldId id="281" r:id="rId29"/>
    <p:sldId id="282" r:id="rId30"/>
    <p:sldId id="287" r:id="rId31"/>
    <p:sldId id="288" r:id="rId32"/>
    <p:sldId id="289" r:id="rId33"/>
    <p:sldId id="290" r:id="rId34"/>
    <p:sldId id="291" r:id="rId35"/>
    <p:sldId id="292" r:id="rId36"/>
    <p:sldId id="293" r:id="rId37"/>
    <p:sldId id="294" r:id="rId38"/>
    <p:sldId id="295" r:id="rId39"/>
    <p:sldId id="296" r:id="rId40"/>
    <p:sldId id="318" r:id="rId41"/>
    <p:sldId id="298" r:id="rId42"/>
    <p:sldId id="299" r:id="rId43"/>
    <p:sldId id="300" r:id="rId44"/>
    <p:sldId id="301" r:id="rId45"/>
    <p:sldId id="302" r:id="rId46"/>
    <p:sldId id="303" r:id="rId47"/>
    <p:sldId id="319" r:id="rId48"/>
    <p:sldId id="304" r:id="rId49"/>
    <p:sldId id="320" r:id="rId50"/>
    <p:sldId id="305" r:id="rId51"/>
    <p:sldId id="321" r:id="rId52"/>
    <p:sldId id="306" r:id="rId53"/>
    <p:sldId id="307" r:id="rId54"/>
    <p:sldId id="308" r:id="rId55"/>
    <p:sldId id="322" r:id="rId56"/>
    <p:sldId id="309" r:id="rId57"/>
    <p:sldId id="323" r:id="rId58"/>
    <p:sldId id="310" r:id="rId59"/>
    <p:sldId id="324" r:id="rId60"/>
    <p:sldId id="311" r:id="rId61"/>
    <p:sldId id="325" r:id="rId6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7" d="100"/>
          <a:sy n="97" d="100"/>
        </p:scale>
        <p:origin x="114" y="2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548640"/>
            <a:ext cx="10725912" cy="57607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t>Venez, crions de joie pour le Seigneur,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t>Acclamons notre rocher, notre salut !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t>Il est Roi tout-puissant, Dieu créateur,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t>Chantons, sans fin proclamons :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t>Saint est son nom !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548640"/>
            <a:ext cx="10725912" cy="57607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t>Marchons vers lui, allons en rendant grâce,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t>Il fit pour nous des merveilles.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t>Par nos hymnes de fête, acclamons-le,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t>Exultons pour notre roi 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548640"/>
            <a:ext cx="10725912" cy="57607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t>Venez, crions de joie pour le Seigneur,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t>Acclamons notre rocher, notre salut !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t>Il est Roi tout-puissant, Dieu créateur,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t>Chantons, sans fin proclamons :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t>Saint est son nom 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548640"/>
            <a:ext cx="10725912" cy="57607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t>Terres et mers, ses mains les ont pétries,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t>Et les sommets sont à lui.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t>Son amour est la source de la vie :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t>Louons Dieu, car il est bon 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548640"/>
            <a:ext cx="10725912" cy="57607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t>Venez, crions de joie pour le Seigneur,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t>Acclamons notre rocher, notre salut !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t>Il est Roi tout-puissant, Dieu créateur,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t>Chantons, sans fin proclamons :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t>Saint est son nom 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548640"/>
            <a:ext cx="10725912" cy="57607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t>Au-dessus de tout, Dieu, sa voix s'élève,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t>Sur tous les cieux, il domine.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t>Entrez, inclinez-vous, prosternez-vous.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t>Il est grand, adorons-le 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548640"/>
            <a:ext cx="10725912" cy="57607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t>Venez, crions de joie pour le Seigneur,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t>Acclamons notre rocher, notre salut !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t>Il est Roi tout-puissant, Dieu créateur,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t>Chantons, sans fin proclamons :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t>Saint est son nom !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4031CDB9-DA12-218B-75D8-B3A59236EA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9728" y="175758"/>
            <a:ext cx="11412543" cy="650648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548640"/>
            <a:ext cx="10725912" cy="57607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t>Seigneur, je viens pour implorer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t>Ton pardon sur mon péché.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t>De tout mon cœur, de toute ma foi,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t>De tout mon cœur, je reviens vers toi.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548640"/>
            <a:ext cx="10725912" cy="57607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t>Ô Christ, je viens pour implorer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t>Ton pardon sur mon péché.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t>De tout mon cœur, de toute ma foi,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t>De tout mon cœur, je reviens vers toi.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548640"/>
            <a:ext cx="10725912" cy="57607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t>Seigneur, je viens pour implorer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t>Ton pardon sur mon péché.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t>De tout mon cœur, de toute ma foi,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t>De tout mon cœur, je reviens vers toi.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0E71C526-D13E-7629-4071-1D36D3283A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6476" y="-1600"/>
            <a:ext cx="4817924" cy="68596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548640"/>
            <a:ext cx="10725912" cy="57607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t>Gloire à Dieu au plus haut des cieux,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t>Gloire à Dieu au plus haut des cieux.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t>Paix sur terre aux hommes qu'il aime,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t>Aux hommes qu'il aime.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548640"/>
            <a:ext cx="10725912" cy="57607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t>Et paix sur la terre aux hommes qu'il aime.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t>Nous te louons, nous te bénissons,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t>Nous t'adorons, nous te glorifions,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t>Nous te rendons grâce pour ton immense gloire.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548640"/>
            <a:ext cx="10725912" cy="57607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t>Seigneur Dieu, le Roi du ciel,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t>Dieu le Père tout-puissant.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t>Jésus Christ, Seigneur fils unique,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t>Agneau de Dieu, le Fils du Père.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548640"/>
            <a:ext cx="10725912" cy="57607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t>Gloire à Dieu au plus haut des cieux,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t>Gloire à Dieu au plus haut des cieux.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t>Paix sur terre aux hommes qu'il aime,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t>Aux hommes qu'il aime.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548640"/>
            <a:ext cx="10725912" cy="57607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t>Toi qui enlèves le péché du monde,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t>Prends pitié de nous, reçois nos prières.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t>Toi qui es assis à droite du Père,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t>Prends pitié de nous, reçois nos prières.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548640"/>
            <a:ext cx="10725912" cy="57607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t>Car toi seul es saint, toi seul es Seigneur,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t>Tu es le Très-Haut, Jésus Christ,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t>Dans l'unité du Saint-Esprit,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t>Et dans la gloire de Dieu le Père.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548640"/>
            <a:ext cx="10725912" cy="57607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t>Gloire à Dieu au plus haut des cieux,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t>Gloire à Dieu au plus haut des cieux.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t>Paix sur terre aux hommes qu'il aime,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t>Aux hommes qu'il aime.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459D45EC-5433-488F-0F46-B2E41BE384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1954" y="0"/>
            <a:ext cx="4468091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548640"/>
            <a:ext cx="10725912" cy="57607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t>Le Seigneur est mon berger :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t>je ne manque de rien.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t>Sur des prés d’herbe fraîche,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t>il me fait reposer.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548640"/>
            <a:ext cx="10725912" cy="57607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t>Il me mène vers les eaux tranquilles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t>et me fait revivre ;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t>il me conduit par le juste chemin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t>pour l’honneur de son nom.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548640"/>
            <a:ext cx="10725912" cy="57607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t>Si je traverse les ravins de la mort,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t>je ne crains aucun mal,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t>car tu es avec moi :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t>ton bâton me guide et me rassure.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548640"/>
            <a:ext cx="10725912" cy="57607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t>Tu prépares la table pour moi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t>devant mes ennemis ;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t>tu répands le parfum sur ma tête,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t>ma coupe est débordante.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548640"/>
            <a:ext cx="10725912" cy="57607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t>Grâce et bonheur m’accompagnent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t>tous les jours de ma vie ;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t>j’habiterai la maison du Seigneur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t>pour la durée de mes jours.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785DB468-E679-235E-261B-42D4C319D8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9413" y="3625"/>
            <a:ext cx="10288019" cy="678817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548640"/>
            <a:ext cx="10725912" cy="57607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t>Alléluia, Alléluia.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t>Sur ma vie, un seul Nom,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t>C'est lui Jésus-Christ.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61014952-4D8C-7D9B-4B0B-80B01736D5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599"/>
            <a:ext cx="12192000" cy="6852802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548640"/>
            <a:ext cx="10725912" cy="57607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rPr dirty="0"/>
              <a:t>Je </a:t>
            </a:r>
            <a:r>
              <a:rPr dirty="0" err="1"/>
              <a:t>te</a:t>
            </a:r>
            <a:r>
              <a:rPr dirty="0"/>
              <a:t> </a:t>
            </a:r>
            <a:r>
              <a:rPr dirty="0" err="1"/>
              <a:t>cherche</a:t>
            </a:r>
            <a:r>
              <a:rPr dirty="0"/>
              <a:t>, Dieu, </a:t>
            </a:r>
            <a:r>
              <a:rPr dirty="0" err="1"/>
              <a:t>tu</a:t>
            </a:r>
            <a:r>
              <a:rPr dirty="0"/>
              <a:t> es </a:t>
            </a:r>
            <a:r>
              <a:rPr dirty="0" err="1"/>
              <a:t>mon</a:t>
            </a:r>
            <a:r>
              <a:rPr dirty="0"/>
              <a:t> Dieu,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rPr dirty="0"/>
              <a:t>Et je </a:t>
            </a:r>
            <a:r>
              <a:rPr dirty="0" err="1"/>
              <a:t>t'appelle</a:t>
            </a:r>
            <a:r>
              <a:rPr dirty="0"/>
              <a:t>,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rPr dirty="0"/>
              <a:t>Je </a:t>
            </a:r>
            <a:r>
              <a:rPr dirty="0" err="1"/>
              <a:t>te</a:t>
            </a:r>
            <a:r>
              <a:rPr dirty="0"/>
              <a:t> </a:t>
            </a:r>
            <a:r>
              <a:rPr dirty="0" err="1"/>
              <a:t>cherche</a:t>
            </a:r>
            <a:r>
              <a:rPr dirty="0"/>
              <a:t>, Dieu,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rPr dirty="0" err="1"/>
              <a:t>Entends</a:t>
            </a:r>
            <a:r>
              <a:rPr dirty="0"/>
              <a:t> la voix de ma </a:t>
            </a:r>
            <a:r>
              <a:rPr dirty="0" err="1"/>
              <a:t>prière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17CAE0D3-0559-A008-D0F4-97FB06C85B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0137" y="0"/>
            <a:ext cx="703172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548640"/>
            <a:ext cx="10725912" cy="57607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t>Humblement, nous venons à toi,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t>Nous t'offrons nos vies.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t>Que nos cœurs s'unissent à ta croix.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t>Par ce don, tu nous guéris.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548640"/>
            <a:ext cx="10725912" cy="57607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t>Voici offerts ce pain, ce vin.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t>Transforme-les, Dieu d'amour,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t>Pour que nous vivions.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548640"/>
            <a:ext cx="10725912" cy="57607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t>Accueille-nous, pauvres et petits.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t>Transforme-nous, Dieu d'amour,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t>Pour que nous vivions.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87EA4E1B-63CF-3C7C-3ABC-0D28559CFF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1149" y="-268337"/>
            <a:ext cx="8490018" cy="7126337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548640"/>
            <a:ext cx="10725912" cy="57607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t>Tu es Saint, Dieu de l'univers,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t>Tu es Saint, Dieu de l'univers.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t>Hosanna au plus haut des cieux,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t>Au plus haut des cieux.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548640"/>
            <a:ext cx="10725912" cy="57607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t>Le ciel et la terre sont remplis de ta gloire,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t>De ta gloire.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t>Béni soit Celui qui vient dans le nom du Seigneur,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t>Du Seigneur.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548640"/>
            <a:ext cx="10725912" cy="57607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rPr dirty="0"/>
              <a:t>Tu es Saint, Dieu de </a:t>
            </a:r>
            <a:r>
              <a:rPr dirty="0" err="1"/>
              <a:t>l'univers</a:t>
            </a:r>
            <a:r>
              <a:rPr dirty="0"/>
              <a:t>,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rPr dirty="0"/>
              <a:t>Tu es Saint, Dieu de </a:t>
            </a:r>
            <a:r>
              <a:rPr dirty="0" err="1"/>
              <a:t>l'univers</a:t>
            </a:r>
            <a:r>
              <a:rPr dirty="0"/>
              <a:t>.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rPr dirty="0"/>
              <a:t>Hosanna au plus haut des </a:t>
            </a:r>
            <a:r>
              <a:rPr dirty="0" err="1"/>
              <a:t>cieux</a:t>
            </a:r>
            <a:r>
              <a:rPr dirty="0"/>
              <a:t>,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rPr dirty="0"/>
              <a:t>Au plus haut des </a:t>
            </a:r>
            <a:r>
              <a:rPr dirty="0" err="1"/>
              <a:t>cieux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F1E47BA3-5E67-7E4F-C050-E0CEC70F70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7226" y="-213631"/>
            <a:ext cx="6967076" cy="7071631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548640"/>
            <a:ext cx="10725912" cy="57607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t>Gloire à toi qui était mort,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t>Gloire à toi qui est vivant,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t>Notre Sauveur, notre Dieu,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t>Viens Seigneur Jésus.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4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2CDB7DB-402A-7ED6-2230-66CED68B03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643230D5-81DF-D437-4760-54E7F368F8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07226" y="-213631"/>
            <a:ext cx="6967076" cy="70716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236114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548640"/>
            <a:ext cx="10725912" cy="57607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t>Agneau de Dieu, toi qui enlève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t>Le péché de notre monde,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t>Entends nos cœurs, vois notre foi.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t>Viens nous sauver,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t>Viens et prends pitié.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548640"/>
            <a:ext cx="10725912" cy="57607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t>Agneau de Dieu, toi qui enlève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t>Le péché de notre monde,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t>Entends nos cœurs, vois notre foi.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t>Viens nous sauver,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t>Viens et prends pitié.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548640"/>
            <a:ext cx="10725912" cy="57607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t>Agneau de Dieu, toi qui enlève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t>Le péché de notre monde,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t>Entends nos cœurs, vois notre foi.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t>Viens nous combler,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t>Donne-nous la paix.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C0E25E40-2DE1-2E9B-EDFB-25E584D25D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22360"/>
            <a:ext cx="12192000" cy="6413280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548640"/>
            <a:ext cx="10725912" cy="57607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t>Tu es là présent, livré pour nous.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t>Toi le tout petit, le serviteur.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t>Toi, le Tout Puissant, humblement tu t'abaisses.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t>Tu fais ta demeure en nous Seigneur.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548640"/>
            <a:ext cx="10725912" cy="57607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t>Le pain que nous mangeons, le vin que nous buvons,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t>C'est ton corps et ton sang.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t>Tu nous livres ta vie, tu nous ouvres ton cœur,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t>Tu fais ta demeure en nous Seigneur.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4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4D5111E-0988-3E08-6DC8-9F89420BBD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278D005-35CE-5A67-8E66-413BCA9ADDD5}"/>
              </a:ext>
            </a:extLst>
          </p:cNvPr>
          <p:cNvSpPr txBox="1"/>
          <p:nvPr/>
        </p:nvSpPr>
        <p:spPr>
          <a:xfrm>
            <a:off x="731520" y="548640"/>
            <a:ext cx="10725912" cy="57607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t>Tu es là présent, livré pour nous.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t>Toi le tout petit, le serviteur.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t>Toi, le Tout Puissant, humblement tu t'abaisses.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t>Tu fais ta demeure en nous Seigneur.</a:t>
            </a:r>
          </a:p>
        </p:txBody>
      </p:sp>
    </p:spTree>
    <p:extLst>
      <p:ext uri="{BB962C8B-B14F-4D97-AF65-F5344CB8AC3E}">
        <p14:creationId xmlns:p14="http://schemas.microsoft.com/office/powerpoint/2010/main" val="370351603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548640"/>
            <a:ext cx="10725912" cy="57607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t>Par le don de ta vie, tu désires aujourd'hui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t>Reposer en nos cœurs.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t>Brûlé de charité, assoiffé d'être aimé,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t>Tu fais ta demeure en nous Seigneur.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4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A27077D-2C0B-C7D5-8B9B-9D38BD3A9C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A01737B-ACB8-B339-435F-DE74FF885181}"/>
              </a:ext>
            </a:extLst>
          </p:cNvPr>
          <p:cNvSpPr txBox="1"/>
          <p:nvPr/>
        </p:nvSpPr>
        <p:spPr>
          <a:xfrm>
            <a:off x="731520" y="548640"/>
            <a:ext cx="10725912" cy="57607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t>Tu es là présent, livré pour nous.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t>Toi le tout petit, le serviteur.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t>Toi, le Tout Puissant, humblement tu t'abaisses.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t>Tu fais ta demeure en nous Seigneur.</a:t>
            </a:r>
          </a:p>
        </p:txBody>
      </p:sp>
    </p:spTree>
    <p:extLst>
      <p:ext uri="{BB962C8B-B14F-4D97-AF65-F5344CB8AC3E}">
        <p14:creationId xmlns:p14="http://schemas.microsoft.com/office/powerpoint/2010/main" val="404429549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548640"/>
            <a:ext cx="10725912" cy="57607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t>Unis à ton Amour, tu nous veux pour toujours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t>Ostensoirs du Sauveur.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t>En notre humanité, tu rejoins l'égaré,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t>Tu fais ta demeure en nous Seigneur.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4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F35FB15-11F4-60E6-0C0C-871D04749A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05D9A09-DEE0-B8F2-8ABE-4BF3DA1DA758}"/>
              </a:ext>
            </a:extLst>
          </p:cNvPr>
          <p:cNvSpPr txBox="1"/>
          <p:nvPr/>
        </p:nvSpPr>
        <p:spPr>
          <a:xfrm>
            <a:off x="731520" y="548640"/>
            <a:ext cx="10725912" cy="57607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t>Tu es là présent, livré pour nous.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t>Toi le tout petit, le serviteur.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t>Toi, le Tout Puissant, humblement tu t'abaisses.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t>Tu fais ta demeure en nous Seigneur.</a:t>
            </a:r>
          </a:p>
        </p:txBody>
      </p:sp>
    </p:spTree>
    <p:extLst>
      <p:ext uri="{BB962C8B-B14F-4D97-AF65-F5344CB8AC3E}">
        <p14:creationId xmlns:p14="http://schemas.microsoft.com/office/powerpoint/2010/main" val="247730852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8C910160-929D-0AC0-21DB-E5F7B5A7CF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1290" y="0"/>
            <a:ext cx="530941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548640"/>
            <a:ext cx="10725912" cy="57607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t>Que vive mon âme à te louer !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t>Tu as posé une lampe,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t>Une lumière sur ma route,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t>Ta parole Seigneur,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t>Ta parole Seigneur.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548640"/>
            <a:ext cx="10725912" cy="57607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t>Heureux ceux qui marchent dans tes voies Seigneur !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t>De tout mon cœur je veux garder ta parole,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t>Ne me délaisse pas, Dieu de ma joie !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4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9842A43-9EDC-26F4-3510-3A1B3C08C6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638E57F-1CC1-E7A5-1540-E4A5FA8EA86A}"/>
              </a:ext>
            </a:extLst>
          </p:cNvPr>
          <p:cNvSpPr txBox="1"/>
          <p:nvPr/>
        </p:nvSpPr>
        <p:spPr>
          <a:xfrm>
            <a:off x="731520" y="548640"/>
            <a:ext cx="10725912" cy="57607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t>Que vive mon âme à te louer !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t>Tu as posé une lampe,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t>Une lumière sur ma route,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t>Ta parole Seigneur,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t>Ta parole Seigneur.</a:t>
            </a:r>
          </a:p>
        </p:txBody>
      </p:sp>
    </p:spTree>
    <p:extLst>
      <p:ext uri="{BB962C8B-B14F-4D97-AF65-F5344CB8AC3E}">
        <p14:creationId xmlns:p14="http://schemas.microsoft.com/office/powerpoint/2010/main" val="1588045944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548640"/>
            <a:ext cx="10725912" cy="57607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t>Heureux ceux qui veulent faire ta volonté,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t>Je cours sans peur sur la voie de tes préceptes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t>Et mes lèvres publient ta vérité.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4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2E586BA-71BF-6D37-9572-F436AE5EBC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B01EFAB-1E70-B880-7687-EEE152D3D86C}"/>
              </a:ext>
            </a:extLst>
          </p:cNvPr>
          <p:cNvSpPr txBox="1"/>
          <p:nvPr/>
        </p:nvSpPr>
        <p:spPr>
          <a:xfrm>
            <a:off x="731520" y="548640"/>
            <a:ext cx="10725912" cy="57607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t>Que vive mon âme à te louer !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t>Tu as posé une lampe,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t>Une lumière sur ma route,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t>Ta parole Seigneur,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t>Ta parole Seigneur.</a:t>
            </a:r>
          </a:p>
        </p:txBody>
      </p:sp>
    </p:spTree>
    <p:extLst>
      <p:ext uri="{BB962C8B-B14F-4D97-AF65-F5344CB8AC3E}">
        <p14:creationId xmlns:p14="http://schemas.microsoft.com/office/powerpoint/2010/main" val="406334482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548640"/>
            <a:ext cx="10725912" cy="57607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t>Heureux ceux qui suivent tes commandements !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t>Oui, plus que l'or, que l'or fin, j'aime ta loi ;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t>Plus douce que le miel est ta promesse.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4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1933A28-046A-3351-95DD-884CB45CF7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CDC2755-12C1-41C2-34BD-01FDCD75A389}"/>
              </a:ext>
            </a:extLst>
          </p:cNvPr>
          <p:cNvSpPr txBox="1"/>
          <p:nvPr/>
        </p:nvSpPr>
        <p:spPr>
          <a:xfrm>
            <a:off x="731520" y="548640"/>
            <a:ext cx="10725912" cy="57607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t>Que vive mon âme à te louer !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t>Tu as posé une lampe,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t>Une lumière sur ma route,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t>Ta parole Seigneur,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t>Ta parole Seigneur.</a:t>
            </a:r>
          </a:p>
        </p:txBody>
      </p:sp>
    </p:spTree>
    <p:extLst>
      <p:ext uri="{BB962C8B-B14F-4D97-AF65-F5344CB8AC3E}">
        <p14:creationId xmlns:p14="http://schemas.microsoft.com/office/powerpoint/2010/main" val="3057779035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548640"/>
            <a:ext cx="10725912" cy="57607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t>Heureux ceux qui méditent sur la Sagesse !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t>Vivifie-moi, apprends-moi tes volontés ;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t>Dès l'aube de ta joie tu m'as comblé.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4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92DFD5C-E766-AE46-AE04-9EFDE1047E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5E53512-3EEB-A0BA-034A-1CD4E998A8E6}"/>
              </a:ext>
            </a:extLst>
          </p:cNvPr>
          <p:cNvSpPr txBox="1"/>
          <p:nvPr/>
        </p:nvSpPr>
        <p:spPr>
          <a:xfrm>
            <a:off x="731520" y="548640"/>
            <a:ext cx="10725912" cy="57607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t>Que vive mon âme à te louer !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t>Tu as posé une lampe,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t>Une lumière sur ma route,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t>Ta parole Seigneur,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defRPr sz="4000">
                <a:solidFill>
                  <a:srgbClr val="FFFFFF"/>
                </a:solidFill>
                <a:latin typeface="Comic Sans MS"/>
              </a:defRPr>
            </a:pPr>
            <a:r>
              <a:t>Ta parole Seigneur.</a:t>
            </a:r>
          </a:p>
        </p:txBody>
      </p:sp>
    </p:spTree>
    <p:extLst>
      <p:ext uri="{BB962C8B-B14F-4D97-AF65-F5344CB8AC3E}">
        <p14:creationId xmlns:p14="http://schemas.microsoft.com/office/powerpoint/2010/main" val="36199464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36</TotalTime>
  <Words>1470</Words>
  <Application>Microsoft Office PowerPoint</Application>
  <PresentationFormat>Grand écran</PresentationFormat>
  <Paragraphs>205</Paragraphs>
  <Slides>61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61</vt:i4>
      </vt:variant>
    </vt:vector>
  </HeadingPairs>
  <TitlesOfParts>
    <vt:vector size="64" baseType="lpstr">
      <vt:lpstr>Arial</vt:lpstr>
      <vt:lpstr>Calibri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Boyard, Eric</cp:lastModifiedBy>
  <cp:revision>10</cp:revision>
  <dcterms:created xsi:type="dcterms:W3CDTF">2013-01-27T09:14:16Z</dcterms:created>
  <dcterms:modified xsi:type="dcterms:W3CDTF">2026-10-09T06:53:58Z</dcterms:modified>
  <cp:category/>
</cp:coreProperties>
</file>