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Notre Père qui es aux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Ton nom soit sanctifié.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ton règne vienne.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Ta volonté soit faite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la terre comme au ciel.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Donne nous aujourd’hui,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Notre pain de ce jour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Pardonne nous nos offenses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Comme nous pardonnons aussi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 ceux qui nous ont offensés.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Ne nous laisse pas entrer en tentation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Mais délivre nous du 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Car c’est à Toi qu’appartiennent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règne la puissance et la gloire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les siècles des siècles Amen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ABBA PERE ABBA PERE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ABBA PERE ABBA PERE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ABBA PERE ABBA PERE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ABBA ABBA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