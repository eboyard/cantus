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312" r:id="rId22"/>
    <p:sldId id="313" r:id="rId23"/>
    <p:sldId id="314" r:id="rId24"/>
    <p:sldId id="315" r:id="rId25"/>
    <p:sldId id="316" r:id="rId26"/>
    <p:sldId id="279" r:id="rId27"/>
    <p:sldId id="280" r:id="rId28"/>
    <p:sldId id="281" r:id="rId29"/>
    <p:sldId id="282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318" r:id="rId41"/>
    <p:sldId id="298" r:id="rId42"/>
    <p:sldId id="299" r:id="rId43"/>
    <p:sldId id="300" r:id="rId44"/>
    <p:sldId id="301" r:id="rId45"/>
    <p:sldId id="302" r:id="rId46"/>
    <p:sldId id="303" r:id="rId47"/>
    <p:sldId id="319" r:id="rId48"/>
    <p:sldId id="304" r:id="rId49"/>
    <p:sldId id="320" r:id="rId50"/>
    <p:sldId id="305" r:id="rId51"/>
    <p:sldId id="321" r:id="rId52"/>
    <p:sldId id="306" r:id="rId53"/>
    <p:sldId id="307" r:id="rId54"/>
    <p:sldId id="308" r:id="rId55"/>
    <p:sldId id="322" r:id="rId56"/>
    <p:sldId id="309" r:id="rId57"/>
    <p:sldId id="323" r:id="rId58"/>
    <p:sldId id="310" r:id="rId59"/>
    <p:sldId id="324" r:id="rId60"/>
    <p:sldId id="311" r:id="rId61"/>
    <p:sldId id="325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4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Venez, crions de joie pour 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Acclamons notre rocher, notre salut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est Roi tout-puissant, Dieu créateur,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Chantons, sans fin proclamons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Saint est son nom 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Marchons vers lui, allons en rendant grâce,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fit pour nous des merveilles.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Par nos hymnes de fête, acclamons-le,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Exultons pour notre roi 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Venez, crions de joie pour 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Acclamons notre rocher, notre salut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est Roi tout-puissant, Dieu créateur,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Chantons, sans fin proclamons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Saint est son nom 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Terres et mers, ses mains les ont pétries,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Et les sommets sont à lui.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Son amour est la source de la vie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Louons Dieu, car il est bon 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Venez, crions de joie pour 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Acclamons notre rocher, notre salut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est Roi tout-puissant, Dieu créateur,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Chantons, sans fin proclamons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Saint est son nom 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Au-dessus de tout, Dieu, sa voix s'élève,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Sur tous les cieux, il domine.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Entrez, inclinez-vous, prosternez-vous.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est grand, adorons-le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Venez, crions de joie pour 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Acclamons notre rocher, notre salut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est Roi tout-puissant, Dieu créateur,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Chantons, sans fin proclamons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Saint est son nom 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031CDB9-DA12-218B-75D8-B3A59236E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8" y="175758"/>
            <a:ext cx="11412543" cy="65064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Seigneur, je viens pour implorer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Ton pardon sur mon péché.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 tout mon cœur, de toute ma foi,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 tout mon cœur, je reviens vers toi.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Ô Christ, je viens pour implorer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Ton pardon sur mon péché.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 tout mon cœur, de toute ma foi,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 tout mon cœur, je reviens vers toi.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Seigneur, je viens pour implorer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Ton pardon sur mon péché.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 tout mon cœur, de toute ma foi,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 tout mon cœur, je reviens vers toi.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E71C526-D13E-7629-4071-1D36D3283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476" y="-1600"/>
            <a:ext cx="4817924" cy="685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Gloire à Dieu au plus haut des cieux,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Gloire à Dieu au plus haut des cieux.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Paix sur terre aux hommes qu'il aime,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Aux hommes qu'il aime.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Et paix sur la terre aux hommes qu'il aime.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Nous te louons, nous te bénissons,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Nous t'adorons, nous te glorifions,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Nous te rendons grâce pour ton immense gloire.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Seigneur Dieu, le Roi du ciel,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Dieu le Père tout-puissant.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Jésus Christ, Seigneur fils unique,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Agneau de Dieu, le Fils du Père.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Gloire à Dieu au plus haut des cieux,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Gloire à Dieu au plus haut des cieux.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Paix sur terre aux hommes qu'il aime,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Aux hommes qu'il aime.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 qui enlèves le péché du monde,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Prends pitié de nous, reçois nos prières.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 qui es assis à droite du Père,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Prends pitié de nous, reçois nos prières.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Car toi seul es saint, toi seul es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es le Très-Haut, Jésus Christ,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Dans l'unité du Saint-Esprit,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Et dans la gloire de Dieu le Père.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Gloire à Dieu au plus haut des cieux,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Gloire à Dieu au plus haut des cieux.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Paix sur terre aux hommes qu'il aime,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Aux hommes qu'il aime.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59D45EC-5433-488F-0F46-B2E41BE38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954" y="0"/>
            <a:ext cx="446809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Le Seigneur est mon berger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je ne manque de rien.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Sur des prés d’herbe fraîche,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me fait reposer.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me mène vers les eaux tranquilles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et me fait revivre ;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me conduit par le juste chemin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pour l’honneur de son nom.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Si je traverse les ravins de la mort,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je ne crains aucun mal,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car tu es avec moi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ton bâton me guide et me rassure.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prépares la table pour moi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devant mes ennemis ;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répands le parfum sur ma tête,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ma coupe est débordante.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Grâce et bonheur m’accompagnent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tous les jours de ma vie ;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j’habiterai la maison du Seigneur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pour la durée de mes jours.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85DB468-E679-235E-261B-42D4C319D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13" y="3625"/>
            <a:ext cx="10288019" cy="678817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Alléluia, Alléluia.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Sur ma vie, un seul Nom,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C'est lui Jésus-Christ.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1014952-4D8C-7D9B-4B0B-80B01736D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99"/>
            <a:ext cx="12192000" cy="685280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rPr dirty="0"/>
              <a:t>Je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cherche</a:t>
            </a:r>
            <a:r>
              <a:rPr dirty="0"/>
              <a:t>, Dieu, </a:t>
            </a:r>
            <a:r>
              <a:rPr dirty="0" err="1"/>
              <a:t>tu</a:t>
            </a:r>
            <a:r>
              <a:rPr dirty="0"/>
              <a:t> es </a:t>
            </a:r>
            <a:r>
              <a:rPr dirty="0" err="1"/>
              <a:t>mon</a:t>
            </a:r>
            <a:r>
              <a:rPr dirty="0"/>
              <a:t> Dieu,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rPr dirty="0"/>
              <a:t>Et je </a:t>
            </a:r>
            <a:r>
              <a:rPr dirty="0" err="1"/>
              <a:t>t'appelle</a:t>
            </a:r>
            <a:r>
              <a:rPr dirty="0"/>
              <a:t>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rPr dirty="0"/>
              <a:t>Je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cherche</a:t>
            </a:r>
            <a:r>
              <a:rPr dirty="0"/>
              <a:t>, Dieu,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rPr dirty="0" err="1"/>
              <a:t>Entends</a:t>
            </a:r>
            <a:r>
              <a:rPr dirty="0"/>
              <a:t> la voix de ma </a:t>
            </a:r>
            <a:r>
              <a:rPr dirty="0" err="1"/>
              <a:t>prière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7CAE0D3-0559-A008-D0F4-97FB06C85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137" y="0"/>
            <a:ext cx="70317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Humblement, nous venons à toi,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Nous t'offrons nos vies.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Que nos cœurs s'unissent à ta croix.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Par ce don, tu nous guéris.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Voici offerts ce pain, ce vin.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Transforme-les, Dieu d'amour,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Pour que nous vivions.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Accueille-nous, pauvres et petits.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Transforme-nous, Dieu d'amour,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Pour que nous vivions.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7EA4E1B-63CF-3C7C-3ABC-0D28559CF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149" y="-268337"/>
            <a:ext cx="8490018" cy="712633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es Saint, Dieu de l'univers,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es Saint, Dieu de l'univers.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Hosanna au plus haut des cieux,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Au plus haut des cieux.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Le ciel et la terre sont remplis de ta gloire,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 ta gloire.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Béni soit Celui qui vient dans le nom du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Du Seigneur.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rPr dirty="0"/>
              <a:t>Tu es Saint, Dieu de </a:t>
            </a:r>
            <a:r>
              <a:rPr dirty="0" err="1"/>
              <a:t>l'univers</a:t>
            </a:r>
            <a:r>
              <a:rPr dirty="0"/>
              <a:t>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rPr dirty="0"/>
              <a:t>Tu es Saint, Dieu de </a:t>
            </a:r>
            <a:r>
              <a:rPr dirty="0" err="1"/>
              <a:t>l'univers</a:t>
            </a:r>
            <a:r>
              <a:rPr dirty="0"/>
              <a:t>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rPr dirty="0"/>
              <a:t>Hosanna au plus haut des </a:t>
            </a:r>
            <a:r>
              <a:rPr dirty="0" err="1"/>
              <a:t>cieux</a:t>
            </a:r>
            <a:r>
              <a:rPr dirty="0"/>
              <a:t>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rPr dirty="0"/>
              <a:t>Au plus haut des </a:t>
            </a:r>
            <a:r>
              <a:rPr dirty="0" err="1"/>
              <a:t>cieux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1E47BA3-5E67-7E4F-C050-E0CEC70F7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226" y="-213631"/>
            <a:ext cx="6967076" cy="707163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Gloire à toi qui était mort,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Gloire à toi qui est vivant,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Notre Sauveur, notre Dieu,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Viens Seigneur Jésus.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CDB7DB-402A-7ED6-2230-66CED68B0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43230D5-81DF-D437-4760-54E7F368F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226" y="-213631"/>
            <a:ext cx="6967076" cy="707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361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Agneau de Dieu, toi qui enlève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Le péché de notre monde,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Entends nos cœurs, vois notre foi.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Viens nous sauver,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Viens et prends pitié.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Agneau de Dieu, toi qui enlève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Le péché de notre monde,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Entends nos cœurs, vois notre foi.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Viens nous sauver,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Viens et prends pitié.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Agneau de Dieu, toi qui enlève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Le péché de notre monde,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Entends nos cœurs, vois notre foi.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Viens nous combler,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Donne-nous la paix.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0E25E40-2DE1-2E9B-EDFB-25E584D25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360"/>
            <a:ext cx="12192000" cy="64132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es là présent, livré pour nous.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 le tout petit, le serviteur.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Toi, le Tout Puissant, humblement tu t'abaisses.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fais ta demeure en nous Seigneur.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Le pain que nous mangeons, le vin que nous buvons,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C'est ton corps et ton sang.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nous livres ta vie, tu nous ouvres ton cœur,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fais ta demeure en nous Seigneur.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D5111E-0988-3E08-6DC8-9F89420BB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78D005-35CE-5A67-8E66-413BCA9ADDD5}"/>
              </a:ext>
            </a:extLst>
          </p:cNvPr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es là présent, livré pour nous.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 le tout petit, le serviteur.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Toi, le Tout Puissant, humblement tu t'abaisses.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fais ta demeure en nous Seigneur.</a:t>
            </a:r>
          </a:p>
        </p:txBody>
      </p:sp>
    </p:spTree>
    <p:extLst>
      <p:ext uri="{BB962C8B-B14F-4D97-AF65-F5344CB8AC3E}">
        <p14:creationId xmlns:p14="http://schemas.microsoft.com/office/powerpoint/2010/main" val="37035160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Par le don de ta vie, tu désires aujourd'hui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Reposer en nos cœurs.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Brûlé de charité, assoiffé d'être aimé,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fais ta demeure en nous Seigneur.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7077D-2C0B-C7D5-8B9B-9D38BD3A9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01737B-ACB8-B339-435F-DE74FF885181}"/>
              </a:ext>
            </a:extLst>
          </p:cNvPr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es là présent, livré pour nous.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 le tout petit, le serviteur.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Toi, le Tout Puissant, humblement tu t'abaisses.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fais ta demeure en nous Seigneur.</a:t>
            </a:r>
          </a:p>
        </p:txBody>
      </p:sp>
    </p:spTree>
    <p:extLst>
      <p:ext uri="{BB962C8B-B14F-4D97-AF65-F5344CB8AC3E}">
        <p14:creationId xmlns:p14="http://schemas.microsoft.com/office/powerpoint/2010/main" val="40442954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Unis à ton Amour, tu nous veux pour toujours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Ostensoirs du Sauveur.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En notre humanité, tu rejoins l'égaré,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fais ta demeure en nous Seigneur.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5FB15-11F4-60E6-0C0C-871D04749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5D9A09-DEE0-B8F2-8ABE-4BF3DA1DA758}"/>
              </a:ext>
            </a:extLst>
          </p:cNvPr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es là présent, livré pour nous.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 le tout petit, le serviteur.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Toi, le Tout Puissant, humblement tu t'abaisses.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fais ta demeure en nous Seigneur.</a:t>
            </a:r>
          </a:p>
        </p:txBody>
      </p:sp>
    </p:spTree>
    <p:extLst>
      <p:ext uri="{BB962C8B-B14F-4D97-AF65-F5344CB8AC3E}">
        <p14:creationId xmlns:p14="http://schemas.microsoft.com/office/powerpoint/2010/main" val="24773085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C910160-929D-0AC0-21DB-E5F7B5A7C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90" y="0"/>
            <a:ext cx="53094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Que vive mon âme à te louer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as posé une lampe,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Une lumière sur ma route,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Heureux ceux qui marchent dans tes voies Seigneur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 tout mon cœur je veux garder ta parole,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Ne me délaisse pas, Dieu de ma joie !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842A43-9EDC-26F4-3510-3A1B3C08C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38E57F-1CC1-E7A5-1540-E4A5FA8EA86A}"/>
              </a:ext>
            </a:extLst>
          </p:cNvPr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Que vive mon âme à te louer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as posé une lampe,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Une lumière sur ma route,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Seigneur.</a:t>
            </a:r>
          </a:p>
        </p:txBody>
      </p:sp>
    </p:spTree>
    <p:extLst>
      <p:ext uri="{BB962C8B-B14F-4D97-AF65-F5344CB8AC3E}">
        <p14:creationId xmlns:p14="http://schemas.microsoft.com/office/powerpoint/2010/main" val="15880459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Heureux ceux qui veulent faire ta volonté,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Je cours sans peur sur la voie de tes préceptes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Et mes lèvres publient ta vérité.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586BA-71BF-6D37-9572-F436AE5E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01EFAB-1E70-B880-7687-EEE152D3D86C}"/>
              </a:ext>
            </a:extLst>
          </p:cNvPr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Que vive mon âme à te louer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as posé une lampe,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Une lumière sur ma route,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Seigneur.</a:t>
            </a:r>
          </a:p>
        </p:txBody>
      </p:sp>
    </p:spTree>
    <p:extLst>
      <p:ext uri="{BB962C8B-B14F-4D97-AF65-F5344CB8AC3E}">
        <p14:creationId xmlns:p14="http://schemas.microsoft.com/office/powerpoint/2010/main" val="4063344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Heureux ceux qui suivent tes commandements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Oui, plus que l'or, que l'or fin, j'aime ta loi ;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Plus douce que le miel est ta promesse.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933A28-046A-3351-95DD-884CB45CF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DC2755-12C1-41C2-34BD-01FDCD75A389}"/>
              </a:ext>
            </a:extLst>
          </p:cNvPr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Que vive mon âme à te louer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as posé une lampe,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Une lumière sur ma route,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Seigneur.</a:t>
            </a:r>
          </a:p>
        </p:txBody>
      </p:sp>
    </p:spTree>
    <p:extLst>
      <p:ext uri="{BB962C8B-B14F-4D97-AF65-F5344CB8AC3E}">
        <p14:creationId xmlns:p14="http://schemas.microsoft.com/office/powerpoint/2010/main" val="30577790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Heureux ceux qui méditent sur la Sagesse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Vivifie-moi, apprends-moi tes volontés ;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Dès l'aube de ta joie tu m'as comblé.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2DFD5C-E766-AE46-AE04-9EFDE1047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E53512-3EEB-A0BA-034A-1CD4E998A8E6}"/>
              </a:ext>
            </a:extLst>
          </p:cNvPr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Que vive mon âme à te louer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as posé une lampe,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Une lumière sur ma route,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Seigneur.</a:t>
            </a:r>
          </a:p>
        </p:txBody>
      </p:sp>
    </p:spTree>
    <p:extLst>
      <p:ext uri="{BB962C8B-B14F-4D97-AF65-F5344CB8AC3E}">
        <p14:creationId xmlns:p14="http://schemas.microsoft.com/office/powerpoint/2010/main" val="3619946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1470</Words>
  <Application>Microsoft Office PowerPoint</Application>
  <PresentationFormat>Grand écran</PresentationFormat>
  <Paragraphs>205</Paragraphs>
  <Slides>61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Boyard, Eric</cp:lastModifiedBy>
  <cp:revision>11</cp:revision>
  <dcterms:created xsi:type="dcterms:W3CDTF">2013-01-27T09:14:16Z</dcterms:created>
  <dcterms:modified xsi:type="dcterms:W3CDTF">2026-10-09T07:01:46Z</dcterms:modified>
  <cp:category/>
</cp:coreProperties>
</file>