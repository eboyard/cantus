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Venez, crions de joie pour le Seigneur,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Acclamons notre rocher, notre salut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Il est Roi tout-puissant, Dieu créateur,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Chantons, sans fin proclamons :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Saint est son nom 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Marchons vers lui, allons en rendant grâce,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Il fit pour nous des merveilles.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Par nos hymnes de fête, acclamons-le,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Exultons pour notre roi 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Venez, crions de joie pour le Seigneur,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Acclamons notre rocher, notre salut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Il est Roi tout-puissant, Dieu créateur,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Chantons, sans fin proclamons :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Saint est son nom 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Terres et mers, ses mains les ont pétries,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Et les sommets sont à lui.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Son amour est la source de la vie :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Louons Dieu, car il est bon 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Venez, crions de joie pour le Seigneur,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Acclamons notre rocher, notre salut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Il est Roi tout-puissant, Dieu créateur,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Chantons, sans fin proclamons :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Saint est son nom 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Au-dessus de tout, Dieu, sa voix s'élève,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Sur tous les cieux, il domine.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Entrez, inclinez-vous, prosternez-vous.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Il est grand, adorons-le 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Venez, crions de joie pour le Seigneur,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Acclamons notre rocher, notre salut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Il est Roi tout-puissant, Dieu créateur,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Chantons, sans fin proclamons :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Saint est son nom 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Il est Dieu, par sa main, il nous conduit,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Sur ses chemins, il nous guide.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À sa parole, ouvrons grand notre cœur,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Écoutons et nous vivrons 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Crions de joie ! Acclamons-le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Sans fin, chantons pour notre Dieu.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Crions de joie ! Pour le Seigneur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Saint est son nom dans tous les siècles.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