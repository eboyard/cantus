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55" r:id="rId5"/>
    <p:sldMasterId id="2147483656" r:id="rId6"/>
  </p:sldMasterIdLst>
  <p:notesMasterIdLst>
    <p:notesMasterId r:id="rId80"/>
  </p:notesMasterIdLst>
  <p:sldIdLst>
    <p:sldId id="256" r:id="rId7"/>
    <p:sldId id="257" r:id="rId8"/>
    <p:sldId id="258" r:id="rId9"/>
    <p:sldId id="356" r:id="rId10"/>
    <p:sldId id="326" r:id="rId11"/>
    <p:sldId id="357" r:id="rId12"/>
    <p:sldId id="259" r:id="rId13"/>
    <p:sldId id="260" r:id="rId14"/>
    <p:sldId id="261" r:id="rId15"/>
    <p:sldId id="262" r:id="rId16"/>
    <p:sldId id="358" r:id="rId17"/>
    <p:sldId id="329" r:id="rId18"/>
    <p:sldId id="359" r:id="rId19"/>
    <p:sldId id="266" r:id="rId20"/>
    <p:sldId id="267" r:id="rId21"/>
    <p:sldId id="268" r:id="rId22"/>
    <p:sldId id="360" r:id="rId23"/>
    <p:sldId id="332" r:id="rId24"/>
    <p:sldId id="361" r:id="rId25"/>
    <p:sldId id="273" r:id="rId26"/>
    <p:sldId id="274" r:id="rId27"/>
    <p:sldId id="275" r:id="rId28"/>
    <p:sldId id="364" r:id="rId29"/>
    <p:sldId id="278" r:id="rId30"/>
    <p:sldId id="281" r:id="rId31"/>
    <p:sldId id="282" r:id="rId32"/>
    <p:sldId id="334" r:id="rId33"/>
    <p:sldId id="365" r:id="rId34"/>
    <p:sldId id="279" r:id="rId35"/>
    <p:sldId id="280" r:id="rId36"/>
    <p:sldId id="285" r:id="rId37"/>
    <p:sldId id="286" r:id="rId38"/>
    <p:sldId id="284" r:id="rId39"/>
    <p:sldId id="299" r:id="rId40"/>
    <p:sldId id="292" r:id="rId41"/>
    <p:sldId id="391" r:id="rId42"/>
    <p:sldId id="392" r:id="rId43"/>
    <p:sldId id="393" r:id="rId44"/>
    <p:sldId id="394" r:id="rId45"/>
    <p:sldId id="348" r:id="rId46"/>
    <p:sldId id="374" r:id="rId47"/>
    <p:sldId id="349" r:id="rId48"/>
    <p:sldId id="300" r:id="rId49"/>
    <p:sldId id="378" r:id="rId50"/>
    <p:sldId id="377" r:id="rId51"/>
    <p:sldId id="380" r:id="rId52"/>
    <p:sldId id="381" r:id="rId53"/>
    <p:sldId id="382" r:id="rId54"/>
    <p:sldId id="383" r:id="rId55"/>
    <p:sldId id="379" r:id="rId56"/>
    <p:sldId id="301" r:id="rId57"/>
    <p:sldId id="384" r:id="rId58"/>
    <p:sldId id="366" r:id="rId59"/>
    <p:sldId id="303" r:id="rId60"/>
    <p:sldId id="367" r:id="rId61"/>
    <p:sldId id="305" r:id="rId62"/>
    <p:sldId id="368" r:id="rId63"/>
    <p:sldId id="309" r:id="rId64"/>
    <p:sldId id="386" r:id="rId65"/>
    <p:sldId id="389" r:id="rId66"/>
    <p:sldId id="388" r:id="rId67"/>
    <p:sldId id="387" r:id="rId68"/>
    <p:sldId id="385" r:id="rId69"/>
    <p:sldId id="390" r:id="rId70"/>
    <p:sldId id="375" r:id="rId71"/>
    <p:sldId id="318" r:id="rId72"/>
    <p:sldId id="319" r:id="rId73"/>
    <p:sldId id="372" r:id="rId74"/>
    <p:sldId id="344" r:id="rId75"/>
    <p:sldId id="373" r:id="rId76"/>
    <p:sldId id="346" r:id="rId77"/>
    <p:sldId id="376" r:id="rId78"/>
    <p:sldId id="351" r:id="rId7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1" roundtripDataSignature="AMtx7mi+91TYHb0T33LBdQimCzp9zTCt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theme" Target="theme/theme1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customschemas.google.com/relationships/presentationmetadata" Target="meta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61" Type="http://schemas.openxmlformats.org/officeDocument/2006/relationships/slide" Target="slides/slide55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7339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043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5966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475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710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6449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2220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24242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965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27243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47176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92323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4ABC4713-D2F3-6A5C-4C52-70C95122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1:notes">
            <a:extLst>
              <a:ext uri="{FF2B5EF4-FFF2-40B4-BE49-F238E27FC236}">
                <a16:creationId xmlns:a16="http://schemas.microsoft.com/office/drawing/2014/main" id="{7C9D368B-CB08-2031-8253-79A8229F9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1:notes">
            <a:extLst>
              <a:ext uri="{FF2B5EF4-FFF2-40B4-BE49-F238E27FC236}">
                <a16:creationId xmlns:a16="http://schemas.microsoft.com/office/drawing/2014/main" id="{8A2F19CC-72A8-CD5F-A8A8-1EEFDB3CB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26470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122D3A4F-AF8F-B9DA-A84B-53534B94D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1:notes">
            <a:extLst>
              <a:ext uri="{FF2B5EF4-FFF2-40B4-BE49-F238E27FC236}">
                <a16:creationId xmlns:a16="http://schemas.microsoft.com/office/drawing/2014/main" id="{150F2ADC-48B5-4AF6-35D7-33AB16636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1:notes">
            <a:extLst>
              <a:ext uri="{FF2B5EF4-FFF2-40B4-BE49-F238E27FC236}">
                <a16:creationId xmlns:a16="http://schemas.microsoft.com/office/drawing/2014/main" id="{08EC41BC-41D2-7085-996E-DAB0B89CD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42530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50A6FCAC-E23A-EE32-B2BD-8B50D29A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1:notes">
            <a:extLst>
              <a:ext uri="{FF2B5EF4-FFF2-40B4-BE49-F238E27FC236}">
                <a16:creationId xmlns:a16="http://schemas.microsoft.com/office/drawing/2014/main" id="{8E62B0E1-6F02-7499-0AE8-32EAF8CE4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1:notes">
            <a:extLst>
              <a:ext uri="{FF2B5EF4-FFF2-40B4-BE49-F238E27FC236}">
                <a16:creationId xmlns:a16="http://schemas.microsoft.com/office/drawing/2014/main" id="{BAB3A63A-579C-5A7B-2E7F-63247ACCA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8684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F1E5B0AD-FF71-E412-01DB-FCA4AE07C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1:notes">
            <a:extLst>
              <a:ext uri="{FF2B5EF4-FFF2-40B4-BE49-F238E27FC236}">
                <a16:creationId xmlns:a16="http://schemas.microsoft.com/office/drawing/2014/main" id="{2C992A56-1FDE-E6CD-3F2D-AB3C7FCBF4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1:notes">
            <a:extLst>
              <a:ext uri="{FF2B5EF4-FFF2-40B4-BE49-F238E27FC236}">
                <a16:creationId xmlns:a16="http://schemas.microsoft.com/office/drawing/2014/main" id="{6F27B1FD-41F9-ED13-2525-F59C18B07B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2895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21953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47701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77298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>
          <a:extLst>
            <a:ext uri="{FF2B5EF4-FFF2-40B4-BE49-F238E27FC236}">
              <a16:creationId xmlns:a16="http://schemas.microsoft.com/office/drawing/2014/main" id="{D7B3FB97-931C-561E-4615-EC221EA7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>
            <a:extLst>
              <a:ext uri="{FF2B5EF4-FFF2-40B4-BE49-F238E27FC236}">
                <a16:creationId xmlns:a16="http://schemas.microsoft.com/office/drawing/2014/main" id="{718F8ED5-43E7-5EED-BD28-64A0E504CD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>
            <a:extLst>
              <a:ext uri="{FF2B5EF4-FFF2-40B4-BE49-F238E27FC236}">
                <a16:creationId xmlns:a16="http://schemas.microsoft.com/office/drawing/2014/main" id="{E67FAAC4-893F-408C-B270-670B9D9C16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2505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>
          <a:extLst>
            <a:ext uri="{FF2B5EF4-FFF2-40B4-BE49-F238E27FC236}">
              <a16:creationId xmlns:a16="http://schemas.microsoft.com/office/drawing/2014/main" id="{EA8D0C84-BEFB-F7D2-C5A7-0F2A5613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>
            <a:extLst>
              <a:ext uri="{FF2B5EF4-FFF2-40B4-BE49-F238E27FC236}">
                <a16:creationId xmlns:a16="http://schemas.microsoft.com/office/drawing/2014/main" id="{AC8E0203-0936-150D-2168-697D29DD70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>
            <a:extLst>
              <a:ext uri="{FF2B5EF4-FFF2-40B4-BE49-F238E27FC236}">
                <a16:creationId xmlns:a16="http://schemas.microsoft.com/office/drawing/2014/main" id="{D78DB7C4-0837-3242-09BD-7F0FD09F42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07315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>
          <a:extLst>
            <a:ext uri="{FF2B5EF4-FFF2-40B4-BE49-F238E27FC236}">
              <a16:creationId xmlns:a16="http://schemas.microsoft.com/office/drawing/2014/main" id="{57F8D402-CBC7-CB05-2A2F-A28B2AD2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>
            <a:extLst>
              <a:ext uri="{FF2B5EF4-FFF2-40B4-BE49-F238E27FC236}">
                <a16:creationId xmlns:a16="http://schemas.microsoft.com/office/drawing/2014/main" id="{AA98B9B3-A93F-8D77-7021-6213D67E9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>
            <a:extLst>
              <a:ext uri="{FF2B5EF4-FFF2-40B4-BE49-F238E27FC236}">
                <a16:creationId xmlns:a16="http://schemas.microsoft.com/office/drawing/2014/main" id="{D832E222-3B4F-72DC-89DC-08FAF2B3D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60741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>
          <a:extLst>
            <a:ext uri="{FF2B5EF4-FFF2-40B4-BE49-F238E27FC236}">
              <a16:creationId xmlns:a16="http://schemas.microsoft.com/office/drawing/2014/main" id="{AD2A7312-E4B3-7CAD-D2C7-67A9A432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>
            <a:extLst>
              <a:ext uri="{FF2B5EF4-FFF2-40B4-BE49-F238E27FC236}">
                <a16:creationId xmlns:a16="http://schemas.microsoft.com/office/drawing/2014/main" id="{C442F7FC-569E-04CD-0167-4018D649E6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>
            <a:extLst>
              <a:ext uri="{FF2B5EF4-FFF2-40B4-BE49-F238E27FC236}">
                <a16:creationId xmlns:a16="http://schemas.microsoft.com/office/drawing/2014/main" id="{E8D23C1F-4415-DDC1-27A3-742BAB662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37217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>
          <a:extLst>
            <a:ext uri="{FF2B5EF4-FFF2-40B4-BE49-F238E27FC236}">
              <a16:creationId xmlns:a16="http://schemas.microsoft.com/office/drawing/2014/main" id="{026D739B-7664-9219-A83B-C38CC235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>
            <a:extLst>
              <a:ext uri="{FF2B5EF4-FFF2-40B4-BE49-F238E27FC236}">
                <a16:creationId xmlns:a16="http://schemas.microsoft.com/office/drawing/2014/main" id="{90165B24-0E81-4D0D-7307-57ED26F47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>
            <a:extLst>
              <a:ext uri="{FF2B5EF4-FFF2-40B4-BE49-F238E27FC236}">
                <a16:creationId xmlns:a16="http://schemas.microsoft.com/office/drawing/2014/main" id="{563F493E-2ED4-4B38-1FAA-4F640444A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66757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>
          <a:extLst>
            <a:ext uri="{FF2B5EF4-FFF2-40B4-BE49-F238E27FC236}">
              <a16:creationId xmlns:a16="http://schemas.microsoft.com/office/drawing/2014/main" id="{D522436C-1EB7-5ECA-2F04-A5270C6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>
            <a:extLst>
              <a:ext uri="{FF2B5EF4-FFF2-40B4-BE49-F238E27FC236}">
                <a16:creationId xmlns:a16="http://schemas.microsoft.com/office/drawing/2014/main" id="{768CC971-1CB4-6408-376B-6FF2F6F8B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>
            <a:extLst>
              <a:ext uri="{FF2B5EF4-FFF2-40B4-BE49-F238E27FC236}">
                <a16:creationId xmlns:a16="http://schemas.microsoft.com/office/drawing/2014/main" id="{3556AD4B-E3EA-9129-BBD7-87471937E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46556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>
          <a:extLst>
            <a:ext uri="{FF2B5EF4-FFF2-40B4-BE49-F238E27FC236}">
              <a16:creationId xmlns:a16="http://schemas.microsoft.com/office/drawing/2014/main" id="{9B85DEC6-8959-E2E7-ABE1-718B360B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>
            <a:extLst>
              <a:ext uri="{FF2B5EF4-FFF2-40B4-BE49-F238E27FC236}">
                <a16:creationId xmlns:a16="http://schemas.microsoft.com/office/drawing/2014/main" id="{612C7708-F561-D8E7-79CD-1169FDDB8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>
            <a:extLst>
              <a:ext uri="{FF2B5EF4-FFF2-40B4-BE49-F238E27FC236}">
                <a16:creationId xmlns:a16="http://schemas.microsoft.com/office/drawing/2014/main" id="{2B4ABB18-D9BC-2AC7-8F34-397E3C67E6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02153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>
          <a:extLst>
            <a:ext uri="{FF2B5EF4-FFF2-40B4-BE49-F238E27FC236}">
              <a16:creationId xmlns:a16="http://schemas.microsoft.com/office/drawing/2014/main" id="{453CEFF5-96D3-F16B-CE39-E713FE0E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6:notes">
            <a:extLst>
              <a:ext uri="{FF2B5EF4-FFF2-40B4-BE49-F238E27FC236}">
                <a16:creationId xmlns:a16="http://schemas.microsoft.com/office/drawing/2014/main" id="{96D0CE96-521B-C51B-D5FF-4FB33C444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6:notes">
            <a:extLst>
              <a:ext uri="{FF2B5EF4-FFF2-40B4-BE49-F238E27FC236}">
                <a16:creationId xmlns:a16="http://schemas.microsoft.com/office/drawing/2014/main" id="{D97C3705-873D-6595-E904-9B51F0E7C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04355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15652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257735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14081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9E81B86E-B17D-E6F3-D205-C59A9F0E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4:notes">
            <a:extLst>
              <a:ext uri="{FF2B5EF4-FFF2-40B4-BE49-F238E27FC236}">
                <a16:creationId xmlns:a16="http://schemas.microsoft.com/office/drawing/2014/main" id="{4249C371-438D-832C-AE19-247178087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4:notes">
            <a:extLst>
              <a:ext uri="{FF2B5EF4-FFF2-40B4-BE49-F238E27FC236}">
                <a16:creationId xmlns:a16="http://schemas.microsoft.com/office/drawing/2014/main" id="{8D4F753F-D302-E07F-EA83-4B9B8569D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035232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2C30A946-1802-4CCE-C090-AC0490E1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4:notes">
            <a:extLst>
              <a:ext uri="{FF2B5EF4-FFF2-40B4-BE49-F238E27FC236}">
                <a16:creationId xmlns:a16="http://schemas.microsoft.com/office/drawing/2014/main" id="{D157FB29-C486-55CC-02DA-E2719F6BBB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4:notes">
            <a:extLst>
              <a:ext uri="{FF2B5EF4-FFF2-40B4-BE49-F238E27FC236}">
                <a16:creationId xmlns:a16="http://schemas.microsoft.com/office/drawing/2014/main" id="{A3B13144-5640-7E81-B5E2-86C2B3110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790524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116EE564-2494-678E-4340-F8647DA04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4:notes">
            <a:extLst>
              <a:ext uri="{FF2B5EF4-FFF2-40B4-BE49-F238E27FC236}">
                <a16:creationId xmlns:a16="http://schemas.microsoft.com/office/drawing/2014/main" id="{DE373811-3D0C-3307-6C98-0FAD36AD3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4:notes">
            <a:extLst>
              <a:ext uri="{FF2B5EF4-FFF2-40B4-BE49-F238E27FC236}">
                <a16:creationId xmlns:a16="http://schemas.microsoft.com/office/drawing/2014/main" id="{F2271F29-9B4D-9260-47D0-644C62008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750464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217549B4-D028-CD9F-3BDA-679B6E46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4:notes">
            <a:extLst>
              <a:ext uri="{FF2B5EF4-FFF2-40B4-BE49-F238E27FC236}">
                <a16:creationId xmlns:a16="http://schemas.microsoft.com/office/drawing/2014/main" id="{4CC180FD-5CBE-351C-D050-5EDD2E1284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4:notes">
            <a:extLst>
              <a:ext uri="{FF2B5EF4-FFF2-40B4-BE49-F238E27FC236}">
                <a16:creationId xmlns:a16="http://schemas.microsoft.com/office/drawing/2014/main" id="{6C6EB924-73BC-C464-1D09-615FDAC18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978906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437C4A9C-0E05-4AD3-3F5C-B5E9E495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4:notes">
            <a:extLst>
              <a:ext uri="{FF2B5EF4-FFF2-40B4-BE49-F238E27FC236}">
                <a16:creationId xmlns:a16="http://schemas.microsoft.com/office/drawing/2014/main" id="{202F0677-125D-8B22-FE66-B4B35EF57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4:notes">
            <a:extLst>
              <a:ext uri="{FF2B5EF4-FFF2-40B4-BE49-F238E27FC236}">
                <a16:creationId xmlns:a16="http://schemas.microsoft.com/office/drawing/2014/main" id="{D322FF63-8348-A9E7-593C-BE14D4269E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909035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>
          <a:extLst>
            <a:ext uri="{FF2B5EF4-FFF2-40B4-BE49-F238E27FC236}">
              <a16:creationId xmlns:a16="http://schemas.microsoft.com/office/drawing/2014/main" id="{9CFEC917-569D-30F9-5AFF-483E7D22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4:notes">
            <a:extLst>
              <a:ext uri="{FF2B5EF4-FFF2-40B4-BE49-F238E27FC236}">
                <a16:creationId xmlns:a16="http://schemas.microsoft.com/office/drawing/2014/main" id="{21379716-1576-D3E1-1B9D-0D67069BD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4:notes">
            <a:extLst>
              <a:ext uri="{FF2B5EF4-FFF2-40B4-BE49-F238E27FC236}">
                <a16:creationId xmlns:a16="http://schemas.microsoft.com/office/drawing/2014/main" id="{0C297E25-95D9-B3F3-56C8-7AAB503790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565651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452926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712171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99033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265398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043050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858960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239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" type="tx">
  <p:cSld name="TITLE_AND_BOD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7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" type="tx">
  <p:cSld name="TITLE_AND_BODY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75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7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75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9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7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7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0"/>
          <p:cNvGrpSpPr/>
          <p:nvPr/>
        </p:nvGrpSpPr>
        <p:grpSpPr>
          <a:xfrm>
            <a:off x="0" y="0"/>
            <a:ext cx="9144000" cy="6856412"/>
            <a:chOff x="0" y="0"/>
            <a:chExt cx="9143999" cy="6856412"/>
          </a:xfrm>
        </p:grpSpPr>
        <p:sp>
          <p:nvSpPr>
            <p:cNvPr id="11" name="Google Shape;11;p70"/>
            <p:cNvSpPr/>
            <p:nvPr/>
          </p:nvSpPr>
          <p:spPr>
            <a:xfrm>
              <a:off x="0" y="19050"/>
              <a:ext cx="9140825" cy="51958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6752" y="66581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63491" y="72520"/>
                  </a:lnTo>
                  <a:lnTo>
                    <a:pt x="120000" y="120000"/>
                  </a:lnTo>
                  <a:lnTo>
                    <a:pt x="120000" y="119780"/>
                  </a:lnTo>
                  <a:lnTo>
                    <a:pt x="66752" y="66581"/>
                  </a:lnTo>
                  <a:lnTo>
                    <a:pt x="66752" y="66581"/>
                  </a:lnTo>
                  <a:close/>
                </a:path>
              </a:pathLst>
            </a:custGeom>
            <a:gradFill>
              <a:gsLst>
                <a:gs pos="0">
                  <a:srgbClr val="00005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70"/>
            <p:cNvSpPr/>
            <p:nvPr/>
          </p:nvSpPr>
          <p:spPr>
            <a:xfrm>
              <a:off x="236537" y="0"/>
              <a:ext cx="8904287" cy="51482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7887" y="63422"/>
                  </a:moveTo>
                  <a:lnTo>
                    <a:pt x="9250" y="0"/>
                  </a:lnTo>
                  <a:lnTo>
                    <a:pt x="0" y="0"/>
                  </a:lnTo>
                  <a:lnTo>
                    <a:pt x="66235" y="66086"/>
                  </a:lnTo>
                  <a:lnTo>
                    <a:pt x="119999" y="120000"/>
                  </a:lnTo>
                  <a:lnTo>
                    <a:pt x="119999" y="119777"/>
                  </a:lnTo>
                  <a:lnTo>
                    <a:pt x="67887" y="63422"/>
                  </a:lnTo>
                  <a:lnTo>
                    <a:pt x="67887" y="63422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70"/>
            <p:cNvSpPr/>
            <p:nvPr/>
          </p:nvSpPr>
          <p:spPr>
            <a:xfrm>
              <a:off x="0" y="5449887"/>
              <a:ext cx="6410325" cy="3032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97500"/>
                  </a:moveTo>
                  <a:lnTo>
                    <a:pt x="120000" y="120000"/>
                  </a:lnTo>
                  <a:lnTo>
                    <a:pt x="120000" y="90000"/>
                  </a:lnTo>
                  <a:lnTo>
                    <a:pt x="0" y="0"/>
                  </a:lnTo>
                  <a:lnTo>
                    <a:pt x="0" y="97500"/>
                  </a:lnTo>
                  <a:lnTo>
                    <a:pt x="0" y="97500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70"/>
            <p:cNvSpPr/>
            <p:nvPr/>
          </p:nvSpPr>
          <p:spPr>
            <a:xfrm>
              <a:off x="6410325" y="5678487"/>
              <a:ext cx="2730500" cy="1031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9090"/>
                  </a:lnTo>
                  <a:lnTo>
                    <a:pt x="0" y="0"/>
                  </a:lnTo>
                  <a:lnTo>
                    <a:pt x="0" y="87272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70"/>
            <p:cNvSpPr/>
            <p:nvPr/>
          </p:nvSpPr>
          <p:spPr>
            <a:xfrm>
              <a:off x="0" y="5915025"/>
              <a:ext cx="7594599" cy="5222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28085"/>
                  </a:lnTo>
                  <a:lnTo>
                    <a:pt x="120000" y="0"/>
                  </a:lnTo>
                  <a:lnTo>
                    <a:pt x="0" y="39027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7D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70"/>
            <p:cNvSpPr/>
            <p:nvPr/>
          </p:nvSpPr>
          <p:spPr>
            <a:xfrm>
              <a:off x="7594600" y="5876925"/>
              <a:ext cx="1546225" cy="1603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57029"/>
                  </a:moveTo>
                  <a:lnTo>
                    <a:pt x="120000" y="0"/>
                  </a:lnTo>
                  <a:lnTo>
                    <a:pt x="0" y="28514"/>
                  </a:lnTo>
                  <a:lnTo>
                    <a:pt x="0" y="120000"/>
                  </a:lnTo>
                  <a:lnTo>
                    <a:pt x="120000" y="57029"/>
                  </a:lnTo>
                  <a:lnTo>
                    <a:pt x="120000" y="570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70"/>
            <p:cNvSpPr/>
            <p:nvPr/>
          </p:nvSpPr>
          <p:spPr>
            <a:xfrm>
              <a:off x="5745162" y="6056312"/>
              <a:ext cx="3395661" cy="314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94545"/>
                  </a:lnTo>
                  <a:lnTo>
                    <a:pt x="0" y="119999"/>
                  </a:lnTo>
                  <a:lnTo>
                    <a:pt x="120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70"/>
            <p:cNvSpPr/>
            <p:nvPr/>
          </p:nvSpPr>
          <p:spPr>
            <a:xfrm>
              <a:off x="0" y="6303962"/>
              <a:ext cx="5745161" cy="5524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0300" y="120000"/>
                  </a:lnTo>
                  <a:lnTo>
                    <a:pt x="120000" y="14482"/>
                  </a:lnTo>
                  <a:lnTo>
                    <a:pt x="120000" y="0"/>
                  </a:lnTo>
                  <a:lnTo>
                    <a:pt x="0" y="91034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70"/>
            <p:cNvSpPr/>
            <p:nvPr/>
          </p:nvSpPr>
          <p:spPr>
            <a:xfrm>
              <a:off x="3328987" y="6418262"/>
              <a:ext cx="3990975" cy="438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4028" y="120000"/>
                  </a:moveTo>
                  <a:lnTo>
                    <a:pt x="120000" y="88695"/>
                  </a:lnTo>
                  <a:lnTo>
                    <a:pt x="107747" y="0"/>
                  </a:lnTo>
                  <a:lnTo>
                    <a:pt x="0" y="120000"/>
                  </a:lnTo>
                  <a:lnTo>
                    <a:pt x="104028" y="120000"/>
                  </a:lnTo>
                  <a:lnTo>
                    <a:pt x="104028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70"/>
            <p:cNvSpPr/>
            <p:nvPr/>
          </p:nvSpPr>
          <p:spPr>
            <a:xfrm>
              <a:off x="6911975" y="6142037"/>
              <a:ext cx="2228850" cy="6000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40000"/>
                  </a:moveTo>
                  <a:lnTo>
                    <a:pt x="120000" y="0"/>
                  </a:lnTo>
                  <a:lnTo>
                    <a:pt x="0" y="55238"/>
                  </a:lnTo>
                  <a:lnTo>
                    <a:pt x="21950" y="120000"/>
                  </a:lnTo>
                  <a:lnTo>
                    <a:pt x="120000" y="40000"/>
                  </a:lnTo>
                  <a:lnTo>
                    <a:pt x="120000" y="4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8089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70"/>
            <p:cNvSpPr/>
            <p:nvPr/>
          </p:nvSpPr>
          <p:spPr>
            <a:xfrm>
              <a:off x="7985125" y="5002212"/>
              <a:ext cx="11557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3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70"/>
            <p:cNvSpPr/>
            <p:nvPr/>
          </p:nvSpPr>
          <p:spPr>
            <a:xfrm>
              <a:off x="0" y="2359025"/>
              <a:ext cx="7985125" cy="2652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167"/>
                  </a:moveTo>
                  <a:lnTo>
                    <a:pt x="120000" y="119999"/>
                  </a:lnTo>
                  <a:lnTo>
                    <a:pt x="120000" y="119569"/>
                  </a:lnTo>
                  <a:lnTo>
                    <a:pt x="0" y="0"/>
                  </a:lnTo>
                  <a:lnTo>
                    <a:pt x="0" y="5167"/>
                  </a:lnTo>
                  <a:lnTo>
                    <a:pt x="0" y="5167"/>
                  </a:lnTo>
                  <a:close/>
                </a:path>
              </a:pathLst>
            </a:custGeom>
            <a:gradFill>
              <a:gsLst>
                <a:gs pos="0">
                  <a:srgbClr val="000053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70"/>
            <p:cNvSpPr/>
            <p:nvPr/>
          </p:nvSpPr>
          <p:spPr>
            <a:xfrm>
              <a:off x="7985125" y="4840287"/>
              <a:ext cx="1155700" cy="5048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7735"/>
                  </a:lnTo>
                  <a:lnTo>
                    <a:pt x="0" y="0"/>
                  </a:lnTo>
                  <a:lnTo>
                    <a:pt x="0" y="20377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70"/>
            <p:cNvSpPr/>
            <p:nvPr/>
          </p:nvSpPr>
          <p:spPr>
            <a:xfrm>
              <a:off x="0" y="1454150"/>
              <a:ext cx="7985125" cy="34718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1718"/>
                  </a:moveTo>
                  <a:lnTo>
                    <a:pt x="120000" y="120000"/>
                  </a:lnTo>
                  <a:lnTo>
                    <a:pt x="120000" y="117038"/>
                  </a:lnTo>
                  <a:lnTo>
                    <a:pt x="0" y="0"/>
                  </a:lnTo>
                  <a:lnTo>
                    <a:pt x="0" y="21718"/>
                  </a:lnTo>
                  <a:lnTo>
                    <a:pt x="0" y="21718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70"/>
            <p:cNvSpPr/>
            <p:nvPr/>
          </p:nvSpPr>
          <p:spPr>
            <a:xfrm>
              <a:off x="3641725" y="0"/>
              <a:ext cx="5014911" cy="43259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17" y="119999"/>
                  </a:lnTo>
                  <a:lnTo>
                    <a:pt x="120000" y="118987"/>
                  </a:lnTo>
                  <a:lnTo>
                    <a:pt x="386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B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70"/>
            <p:cNvSpPr/>
            <p:nvPr/>
          </p:nvSpPr>
          <p:spPr>
            <a:xfrm>
              <a:off x="8628061" y="4289425"/>
              <a:ext cx="512762" cy="47466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5551"/>
                  </a:lnTo>
                  <a:lnTo>
                    <a:pt x="6687" y="0"/>
                  </a:lnTo>
                  <a:lnTo>
                    <a:pt x="0" y="923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F0F9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70"/>
            <p:cNvSpPr/>
            <p:nvPr/>
          </p:nvSpPr>
          <p:spPr>
            <a:xfrm>
              <a:off x="8694736" y="4108450"/>
              <a:ext cx="446086" cy="5318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61970"/>
                  </a:lnTo>
                  <a:lnTo>
                    <a:pt x="40996" y="0"/>
                  </a:lnTo>
                  <a:lnTo>
                    <a:pt x="0" y="32238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70"/>
            <p:cNvSpPr/>
            <p:nvPr/>
          </p:nvSpPr>
          <p:spPr>
            <a:xfrm>
              <a:off x="3895725" y="0"/>
              <a:ext cx="4951411" cy="4251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6310" y="120000"/>
                  </a:lnTo>
                  <a:lnTo>
                    <a:pt x="120000" y="115970"/>
                  </a:lnTo>
                  <a:lnTo>
                    <a:pt x="1472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7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70"/>
            <p:cNvSpPr/>
            <p:nvPr/>
          </p:nvSpPr>
          <p:spPr>
            <a:xfrm>
              <a:off x="8931275" y="4022725"/>
              <a:ext cx="209549" cy="2095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70"/>
            <p:cNvSpPr/>
            <p:nvPr/>
          </p:nvSpPr>
          <p:spPr>
            <a:xfrm>
              <a:off x="4940300" y="0"/>
              <a:ext cx="3990975" cy="4022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20000"/>
                  </a:lnTo>
                  <a:lnTo>
                    <a:pt x="314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70"/>
            <p:cNvSpPr/>
            <p:nvPr/>
          </p:nvSpPr>
          <p:spPr>
            <a:xfrm>
              <a:off x="5537200" y="0"/>
              <a:ext cx="3489325" cy="3937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45" y="120000"/>
                  </a:lnTo>
                  <a:lnTo>
                    <a:pt x="120000" y="119709"/>
                  </a:lnTo>
                  <a:lnTo>
                    <a:pt x="172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70"/>
            <p:cNvSpPr/>
            <p:nvPr/>
          </p:nvSpPr>
          <p:spPr>
            <a:xfrm>
              <a:off x="9007475" y="3927475"/>
              <a:ext cx="133349" cy="152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2500"/>
                  </a:lnTo>
                  <a:lnTo>
                    <a:pt x="17142" y="0"/>
                  </a:lnTo>
                  <a:lnTo>
                    <a:pt x="0" y="75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1717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70"/>
            <p:cNvSpPr/>
            <p:nvPr/>
          </p:nvSpPr>
          <p:spPr>
            <a:xfrm>
              <a:off x="8894761" y="1349375"/>
              <a:ext cx="246062" cy="819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47441"/>
                  </a:lnTo>
                  <a:lnTo>
                    <a:pt x="59612" y="0"/>
                  </a:lnTo>
                  <a:lnTo>
                    <a:pt x="0" y="44651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70"/>
            <p:cNvSpPr/>
            <p:nvPr/>
          </p:nvSpPr>
          <p:spPr>
            <a:xfrm>
              <a:off x="8107361" y="0"/>
              <a:ext cx="909637" cy="16541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03902" y="120000"/>
                  </a:lnTo>
                  <a:lnTo>
                    <a:pt x="120000" y="97909"/>
                  </a:lnTo>
                  <a:lnTo>
                    <a:pt x="5247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70"/>
            <p:cNvSpPr/>
            <p:nvPr/>
          </p:nvSpPr>
          <p:spPr>
            <a:xfrm>
              <a:off x="8589961" y="0"/>
              <a:ext cx="541337" cy="12636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0674" y="0"/>
                  </a:moveTo>
                  <a:lnTo>
                    <a:pt x="0" y="0"/>
                  </a:lnTo>
                  <a:lnTo>
                    <a:pt x="100997" y="120000"/>
                  </a:lnTo>
                  <a:lnTo>
                    <a:pt x="119999" y="98318"/>
                  </a:lnTo>
                  <a:lnTo>
                    <a:pt x="50674" y="0"/>
                  </a:lnTo>
                  <a:lnTo>
                    <a:pt x="50674" y="0"/>
                  </a:lnTo>
                  <a:close/>
                </a:path>
              </a:pathLst>
            </a:custGeom>
            <a:gradFill>
              <a:gsLst>
                <a:gs pos="0">
                  <a:srgbClr val="000059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70"/>
            <p:cNvSpPr/>
            <p:nvPr/>
          </p:nvSpPr>
          <p:spPr>
            <a:xfrm>
              <a:off x="9045575" y="1036637"/>
              <a:ext cx="95250" cy="4937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5384"/>
                  </a:moveTo>
                  <a:lnTo>
                    <a:pt x="120000" y="120000"/>
                  </a:lnTo>
                  <a:lnTo>
                    <a:pt x="120000" y="2307"/>
                  </a:lnTo>
                  <a:lnTo>
                    <a:pt x="108000" y="0"/>
                  </a:lnTo>
                  <a:lnTo>
                    <a:pt x="0" y="55384"/>
                  </a:lnTo>
                  <a:lnTo>
                    <a:pt x="0" y="553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70"/>
            <p:cNvSpPr/>
            <p:nvPr/>
          </p:nvSpPr>
          <p:spPr>
            <a:xfrm>
              <a:off x="3175" y="2541586"/>
              <a:ext cx="9131300" cy="2959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3884"/>
                  </a:moveTo>
                  <a:lnTo>
                    <a:pt x="120000" y="120000"/>
                  </a:lnTo>
                  <a:lnTo>
                    <a:pt x="120000" y="118068"/>
                  </a:lnTo>
                  <a:lnTo>
                    <a:pt x="0" y="0"/>
                  </a:lnTo>
                  <a:lnTo>
                    <a:pt x="0" y="23884"/>
                  </a:lnTo>
                  <a:lnTo>
                    <a:pt x="0" y="23884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70"/>
            <p:cNvSpPr/>
            <p:nvPr/>
          </p:nvSpPr>
          <p:spPr>
            <a:xfrm>
              <a:off x="9134475" y="5529262"/>
              <a:ext cx="9524" cy="95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120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70"/>
            <p:cNvSpPr/>
            <p:nvPr/>
          </p:nvSpPr>
          <p:spPr>
            <a:xfrm>
              <a:off x="3175" y="3416300"/>
              <a:ext cx="9131300" cy="2122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2849"/>
                  </a:moveTo>
                  <a:lnTo>
                    <a:pt x="120000" y="120000"/>
                  </a:lnTo>
                  <a:lnTo>
                    <a:pt x="120000" y="119461"/>
                  </a:lnTo>
                  <a:lnTo>
                    <a:pt x="0" y="0"/>
                  </a:lnTo>
                  <a:lnTo>
                    <a:pt x="0" y="32849"/>
                  </a:lnTo>
                  <a:lnTo>
                    <a:pt x="0" y="32849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70"/>
            <p:cNvSpPr/>
            <p:nvPr/>
          </p:nvSpPr>
          <p:spPr>
            <a:xfrm>
              <a:off x="3175" y="5043487"/>
              <a:ext cx="9131300" cy="6572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913"/>
                  </a:moveTo>
                  <a:lnTo>
                    <a:pt x="120000" y="120000"/>
                  </a:lnTo>
                  <a:lnTo>
                    <a:pt x="120000" y="116521"/>
                  </a:lnTo>
                  <a:lnTo>
                    <a:pt x="0" y="0"/>
                  </a:lnTo>
                  <a:lnTo>
                    <a:pt x="0" y="13913"/>
                  </a:lnTo>
                  <a:lnTo>
                    <a:pt x="0" y="13913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70"/>
            <p:cNvSpPr/>
            <p:nvPr/>
          </p:nvSpPr>
          <p:spPr>
            <a:xfrm>
              <a:off x="2058986" y="0"/>
              <a:ext cx="7075487" cy="5043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19999"/>
                  </a:lnTo>
                  <a:lnTo>
                    <a:pt x="120000" y="119093"/>
                  </a:lnTo>
                  <a:lnTo>
                    <a:pt x="337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A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70"/>
            <p:cNvSpPr/>
            <p:nvPr/>
          </p:nvSpPr>
          <p:spPr>
            <a:xfrm>
              <a:off x="5272087" y="0"/>
              <a:ext cx="3862387" cy="4149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999" y="120000"/>
                  </a:lnTo>
                  <a:lnTo>
                    <a:pt x="119999" y="119724"/>
                  </a:lnTo>
                  <a:lnTo>
                    <a:pt x="326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70"/>
            <p:cNvSpPr/>
            <p:nvPr/>
          </p:nvSpPr>
          <p:spPr>
            <a:xfrm>
              <a:off x="6270625" y="0"/>
              <a:ext cx="2863849" cy="39115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32333" y="0"/>
                  </a:moveTo>
                  <a:lnTo>
                    <a:pt x="0" y="0"/>
                  </a:lnTo>
                  <a:lnTo>
                    <a:pt x="120000" y="120000"/>
                  </a:lnTo>
                  <a:lnTo>
                    <a:pt x="120000" y="109480"/>
                  </a:lnTo>
                  <a:lnTo>
                    <a:pt x="119600" y="109480"/>
                  </a:lnTo>
                  <a:lnTo>
                    <a:pt x="32333" y="0"/>
                  </a:lnTo>
                  <a:lnTo>
                    <a:pt x="32333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70"/>
            <p:cNvSpPr/>
            <p:nvPr/>
          </p:nvSpPr>
          <p:spPr>
            <a:xfrm>
              <a:off x="7173911" y="0"/>
              <a:ext cx="1960561" cy="32924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7917"/>
                  </a:lnTo>
                  <a:lnTo>
                    <a:pt x="40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8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70"/>
            <p:cNvSpPr/>
            <p:nvPr/>
          </p:nvSpPr>
          <p:spPr>
            <a:xfrm>
              <a:off x="7451725" y="0"/>
              <a:ext cx="1682749" cy="3073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9628"/>
                  </a:lnTo>
                  <a:lnTo>
                    <a:pt x="61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70"/>
            <p:cNvSpPr/>
            <p:nvPr/>
          </p:nvSpPr>
          <p:spPr>
            <a:xfrm>
              <a:off x="7907336" y="0"/>
              <a:ext cx="1227136" cy="23606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99" y="115642"/>
                  </a:moveTo>
                  <a:lnTo>
                    <a:pt x="6536" y="0"/>
                  </a:lnTo>
                  <a:lnTo>
                    <a:pt x="0" y="0"/>
                  </a:lnTo>
                  <a:lnTo>
                    <a:pt x="119999" y="120000"/>
                  </a:lnTo>
                  <a:lnTo>
                    <a:pt x="119999" y="115642"/>
                  </a:lnTo>
                  <a:lnTo>
                    <a:pt x="119999" y="115642"/>
                  </a:lnTo>
                  <a:close/>
                </a:path>
              </a:pathLst>
            </a:custGeom>
            <a:gradFill>
              <a:gsLst>
                <a:gs pos="0">
                  <a:srgbClr val="00007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" name="Google Shape;47;p70"/>
            <p:cNvGrpSpPr/>
            <p:nvPr/>
          </p:nvGrpSpPr>
          <p:grpSpPr>
            <a:xfrm>
              <a:off x="0" y="2590800"/>
              <a:ext cx="9140824" cy="2949574"/>
              <a:chOff x="0" y="2590800"/>
              <a:chExt cx="9140824" cy="2949574"/>
            </a:xfrm>
          </p:grpSpPr>
          <p:sp>
            <p:nvSpPr>
              <p:cNvPr id="48" name="Google Shape;48;p70"/>
              <p:cNvSpPr/>
              <p:nvPr/>
            </p:nvSpPr>
            <p:spPr>
              <a:xfrm>
                <a:off x="0" y="2590800"/>
                <a:ext cx="5826124" cy="20843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33450"/>
                    </a:lnTo>
                    <a:lnTo>
                      <a:pt x="119212" y="120000"/>
                    </a:lnTo>
                    <a:lnTo>
                      <a:pt x="119606" y="112871"/>
                    </a:lnTo>
                    <a:lnTo>
                      <a:pt x="120000" y="10629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6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70"/>
              <p:cNvSpPr/>
              <p:nvPr/>
            </p:nvSpPr>
            <p:spPr>
              <a:xfrm>
                <a:off x="5788025" y="4437062"/>
                <a:ext cx="3352799" cy="110331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14820"/>
                    </a:moveTo>
                    <a:lnTo>
                      <a:pt x="1368" y="0"/>
                    </a:lnTo>
                    <a:lnTo>
                      <a:pt x="684" y="12431"/>
                    </a:lnTo>
                    <a:lnTo>
                      <a:pt x="0" y="25899"/>
                    </a:lnTo>
                    <a:lnTo>
                      <a:pt x="120000" y="120000"/>
                    </a:lnTo>
                    <a:lnTo>
                      <a:pt x="120000" y="114820"/>
                    </a:lnTo>
                    <a:lnTo>
                      <a:pt x="120000" y="11482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1717A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0" name="Google Shape;50;p7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7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7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72"/>
          <p:cNvGrpSpPr/>
          <p:nvPr/>
        </p:nvGrpSpPr>
        <p:grpSpPr>
          <a:xfrm>
            <a:off x="0" y="0"/>
            <a:ext cx="9144000" cy="6856412"/>
            <a:chOff x="0" y="0"/>
            <a:chExt cx="9143999" cy="6856412"/>
          </a:xfrm>
        </p:grpSpPr>
        <p:sp>
          <p:nvSpPr>
            <p:cNvPr id="63" name="Google Shape;63;p72"/>
            <p:cNvSpPr/>
            <p:nvPr/>
          </p:nvSpPr>
          <p:spPr>
            <a:xfrm>
              <a:off x="0" y="19050"/>
              <a:ext cx="9140825" cy="51958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6752" y="66581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63491" y="72520"/>
                  </a:lnTo>
                  <a:lnTo>
                    <a:pt x="120000" y="120000"/>
                  </a:lnTo>
                  <a:lnTo>
                    <a:pt x="120000" y="119780"/>
                  </a:lnTo>
                  <a:lnTo>
                    <a:pt x="66752" y="66581"/>
                  </a:lnTo>
                  <a:lnTo>
                    <a:pt x="66752" y="66581"/>
                  </a:lnTo>
                  <a:close/>
                </a:path>
              </a:pathLst>
            </a:custGeom>
            <a:gradFill>
              <a:gsLst>
                <a:gs pos="0">
                  <a:srgbClr val="00005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72"/>
            <p:cNvSpPr/>
            <p:nvPr/>
          </p:nvSpPr>
          <p:spPr>
            <a:xfrm>
              <a:off x="236537" y="0"/>
              <a:ext cx="8904287" cy="51482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7887" y="63422"/>
                  </a:moveTo>
                  <a:lnTo>
                    <a:pt x="9250" y="0"/>
                  </a:lnTo>
                  <a:lnTo>
                    <a:pt x="0" y="0"/>
                  </a:lnTo>
                  <a:lnTo>
                    <a:pt x="66235" y="66086"/>
                  </a:lnTo>
                  <a:lnTo>
                    <a:pt x="119999" y="120000"/>
                  </a:lnTo>
                  <a:lnTo>
                    <a:pt x="119999" y="119777"/>
                  </a:lnTo>
                  <a:lnTo>
                    <a:pt x="67887" y="63422"/>
                  </a:lnTo>
                  <a:lnTo>
                    <a:pt x="67887" y="63422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72"/>
            <p:cNvSpPr/>
            <p:nvPr/>
          </p:nvSpPr>
          <p:spPr>
            <a:xfrm>
              <a:off x="0" y="5449887"/>
              <a:ext cx="6410325" cy="3032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97500"/>
                  </a:moveTo>
                  <a:lnTo>
                    <a:pt x="120000" y="120000"/>
                  </a:lnTo>
                  <a:lnTo>
                    <a:pt x="120000" y="90000"/>
                  </a:lnTo>
                  <a:lnTo>
                    <a:pt x="0" y="0"/>
                  </a:lnTo>
                  <a:lnTo>
                    <a:pt x="0" y="97500"/>
                  </a:lnTo>
                  <a:lnTo>
                    <a:pt x="0" y="97500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72"/>
            <p:cNvSpPr/>
            <p:nvPr/>
          </p:nvSpPr>
          <p:spPr>
            <a:xfrm>
              <a:off x="6410325" y="5678487"/>
              <a:ext cx="2730500" cy="1031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9090"/>
                  </a:lnTo>
                  <a:lnTo>
                    <a:pt x="0" y="0"/>
                  </a:lnTo>
                  <a:lnTo>
                    <a:pt x="0" y="87272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72"/>
            <p:cNvSpPr/>
            <p:nvPr/>
          </p:nvSpPr>
          <p:spPr>
            <a:xfrm>
              <a:off x="0" y="5915025"/>
              <a:ext cx="7594599" cy="5222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28085"/>
                  </a:lnTo>
                  <a:lnTo>
                    <a:pt x="120000" y="0"/>
                  </a:lnTo>
                  <a:lnTo>
                    <a:pt x="0" y="39027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7D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72"/>
            <p:cNvSpPr/>
            <p:nvPr/>
          </p:nvSpPr>
          <p:spPr>
            <a:xfrm>
              <a:off x="7594600" y="5876925"/>
              <a:ext cx="1546225" cy="1603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57029"/>
                  </a:moveTo>
                  <a:lnTo>
                    <a:pt x="120000" y="0"/>
                  </a:lnTo>
                  <a:lnTo>
                    <a:pt x="0" y="28514"/>
                  </a:lnTo>
                  <a:lnTo>
                    <a:pt x="0" y="120000"/>
                  </a:lnTo>
                  <a:lnTo>
                    <a:pt x="120000" y="57029"/>
                  </a:lnTo>
                  <a:lnTo>
                    <a:pt x="120000" y="570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72"/>
            <p:cNvSpPr/>
            <p:nvPr/>
          </p:nvSpPr>
          <p:spPr>
            <a:xfrm>
              <a:off x="5745162" y="6056312"/>
              <a:ext cx="3395661" cy="314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94545"/>
                  </a:lnTo>
                  <a:lnTo>
                    <a:pt x="0" y="119999"/>
                  </a:lnTo>
                  <a:lnTo>
                    <a:pt x="120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72"/>
            <p:cNvSpPr/>
            <p:nvPr/>
          </p:nvSpPr>
          <p:spPr>
            <a:xfrm>
              <a:off x="0" y="6303962"/>
              <a:ext cx="5745161" cy="5524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0300" y="120000"/>
                  </a:lnTo>
                  <a:lnTo>
                    <a:pt x="120000" y="14482"/>
                  </a:lnTo>
                  <a:lnTo>
                    <a:pt x="120000" y="0"/>
                  </a:lnTo>
                  <a:lnTo>
                    <a:pt x="0" y="91034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72"/>
            <p:cNvSpPr/>
            <p:nvPr/>
          </p:nvSpPr>
          <p:spPr>
            <a:xfrm>
              <a:off x="3328987" y="6418262"/>
              <a:ext cx="3990975" cy="438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4028" y="120000"/>
                  </a:moveTo>
                  <a:lnTo>
                    <a:pt x="120000" y="88695"/>
                  </a:lnTo>
                  <a:lnTo>
                    <a:pt x="107747" y="0"/>
                  </a:lnTo>
                  <a:lnTo>
                    <a:pt x="0" y="120000"/>
                  </a:lnTo>
                  <a:lnTo>
                    <a:pt x="104028" y="120000"/>
                  </a:lnTo>
                  <a:lnTo>
                    <a:pt x="104028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72"/>
            <p:cNvSpPr/>
            <p:nvPr/>
          </p:nvSpPr>
          <p:spPr>
            <a:xfrm>
              <a:off x="6911975" y="6142037"/>
              <a:ext cx="2228850" cy="6000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40000"/>
                  </a:moveTo>
                  <a:lnTo>
                    <a:pt x="120000" y="0"/>
                  </a:lnTo>
                  <a:lnTo>
                    <a:pt x="0" y="55238"/>
                  </a:lnTo>
                  <a:lnTo>
                    <a:pt x="21950" y="120000"/>
                  </a:lnTo>
                  <a:lnTo>
                    <a:pt x="120000" y="40000"/>
                  </a:lnTo>
                  <a:lnTo>
                    <a:pt x="120000" y="4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8089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72"/>
            <p:cNvSpPr/>
            <p:nvPr/>
          </p:nvSpPr>
          <p:spPr>
            <a:xfrm>
              <a:off x="7985125" y="5002212"/>
              <a:ext cx="11557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3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72"/>
            <p:cNvSpPr/>
            <p:nvPr/>
          </p:nvSpPr>
          <p:spPr>
            <a:xfrm>
              <a:off x="0" y="2359025"/>
              <a:ext cx="7985125" cy="2652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167"/>
                  </a:moveTo>
                  <a:lnTo>
                    <a:pt x="120000" y="119999"/>
                  </a:lnTo>
                  <a:lnTo>
                    <a:pt x="120000" y="119569"/>
                  </a:lnTo>
                  <a:lnTo>
                    <a:pt x="0" y="0"/>
                  </a:lnTo>
                  <a:lnTo>
                    <a:pt x="0" y="5167"/>
                  </a:lnTo>
                  <a:lnTo>
                    <a:pt x="0" y="5167"/>
                  </a:lnTo>
                  <a:close/>
                </a:path>
              </a:pathLst>
            </a:custGeom>
            <a:gradFill>
              <a:gsLst>
                <a:gs pos="0">
                  <a:srgbClr val="000053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72"/>
            <p:cNvSpPr/>
            <p:nvPr/>
          </p:nvSpPr>
          <p:spPr>
            <a:xfrm>
              <a:off x="7985125" y="4840287"/>
              <a:ext cx="1155700" cy="5048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7735"/>
                  </a:lnTo>
                  <a:lnTo>
                    <a:pt x="0" y="0"/>
                  </a:lnTo>
                  <a:lnTo>
                    <a:pt x="0" y="20377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72"/>
            <p:cNvSpPr/>
            <p:nvPr/>
          </p:nvSpPr>
          <p:spPr>
            <a:xfrm>
              <a:off x="0" y="1454150"/>
              <a:ext cx="7985125" cy="34718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1718"/>
                  </a:moveTo>
                  <a:lnTo>
                    <a:pt x="120000" y="120000"/>
                  </a:lnTo>
                  <a:lnTo>
                    <a:pt x="120000" y="117038"/>
                  </a:lnTo>
                  <a:lnTo>
                    <a:pt x="0" y="0"/>
                  </a:lnTo>
                  <a:lnTo>
                    <a:pt x="0" y="21718"/>
                  </a:lnTo>
                  <a:lnTo>
                    <a:pt x="0" y="21718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72"/>
            <p:cNvSpPr/>
            <p:nvPr/>
          </p:nvSpPr>
          <p:spPr>
            <a:xfrm>
              <a:off x="3641725" y="0"/>
              <a:ext cx="5014911" cy="43259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17" y="119999"/>
                  </a:lnTo>
                  <a:lnTo>
                    <a:pt x="120000" y="118987"/>
                  </a:lnTo>
                  <a:lnTo>
                    <a:pt x="386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B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2"/>
            <p:cNvSpPr/>
            <p:nvPr/>
          </p:nvSpPr>
          <p:spPr>
            <a:xfrm>
              <a:off x="8628061" y="4289425"/>
              <a:ext cx="512762" cy="47466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5551"/>
                  </a:lnTo>
                  <a:lnTo>
                    <a:pt x="6687" y="0"/>
                  </a:lnTo>
                  <a:lnTo>
                    <a:pt x="0" y="923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F0F9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2"/>
            <p:cNvSpPr/>
            <p:nvPr/>
          </p:nvSpPr>
          <p:spPr>
            <a:xfrm>
              <a:off x="8694736" y="4108450"/>
              <a:ext cx="446086" cy="5318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61970"/>
                  </a:lnTo>
                  <a:lnTo>
                    <a:pt x="40996" y="0"/>
                  </a:lnTo>
                  <a:lnTo>
                    <a:pt x="0" y="32238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72"/>
            <p:cNvSpPr/>
            <p:nvPr/>
          </p:nvSpPr>
          <p:spPr>
            <a:xfrm>
              <a:off x="3895725" y="0"/>
              <a:ext cx="4951411" cy="4251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6310" y="120000"/>
                  </a:lnTo>
                  <a:lnTo>
                    <a:pt x="120000" y="115970"/>
                  </a:lnTo>
                  <a:lnTo>
                    <a:pt x="1472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7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2"/>
            <p:cNvSpPr/>
            <p:nvPr/>
          </p:nvSpPr>
          <p:spPr>
            <a:xfrm>
              <a:off x="8931275" y="4022725"/>
              <a:ext cx="209549" cy="2095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2"/>
            <p:cNvSpPr/>
            <p:nvPr/>
          </p:nvSpPr>
          <p:spPr>
            <a:xfrm>
              <a:off x="4940300" y="0"/>
              <a:ext cx="3990975" cy="4022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20000"/>
                  </a:lnTo>
                  <a:lnTo>
                    <a:pt x="314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2"/>
            <p:cNvSpPr/>
            <p:nvPr/>
          </p:nvSpPr>
          <p:spPr>
            <a:xfrm>
              <a:off x="5537200" y="0"/>
              <a:ext cx="3489325" cy="3937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45" y="120000"/>
                  </a:lnTo>
                  <a:lnTo>
                    <a:pt x="120000" y="119709"/>
                  </a:lnTo>
                  <a:lnTo>
                    <a:pt x="172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2"/>
            <p:cNvSpPr/>
            <p:nvPr/>
          </p:nvSpPr>
          <p:spPr>
            <a:xfrm>
              <a:off x="9007475" y="3927475"/>
              <a:ext cx="133349" cy="152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2500"/>
                  </a:lnTo>
                  <a:lnTo>
                    <a:pt x="17142" y="0"/>
                  </a:lnTo>
                  <a:lnTo>
                    <a:pt x="0" y="75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1717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2"/>
            <p:cNvSpPr/>
            <p:nvPr/>
          </p:nvSpPr>
          <p:spPr>
            <a:xfrm>
              <a:off x="8894761" y="1349375"/>
              <a:ext cx="246062" cy="819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47441"/>
                  </a:lnTo>
                  <a:lnTo>
                    <a:pt x="59612" y="0"/>
                  </a:lnTo>
                  <a:lnTo>
                    <a:pt x="0" y="44651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2"/>
            <p:cNvSpPr/>
            <p:nvPr/>
          </p:nvSpPr>
          <p:spPr>
            <a:xfrm>
              <a:off x="8107361" y="0"/>
              <a:ext cx="909637" cy="16541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03902" y="120000"/>
                  </a:lnTo>
                  <a:lnTo>
                    <a:pt x="120000" y="97909"/>
                  </a:lnTo>
                  <a:lnTo>
                    <a:pt x="5247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2"/>
            <p:cNvSpPr/>
            <p:nvPr/>
          </p:nvSpPr>
          <p:spPr>
            <a:xfrm>
              <a:off x="8589961" y="0"/>
              <a:ext cx="541337" cy="12636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0674" y="0"/>
                  </a:moveTo>
                  <a:lnTo>
                    <a:pt x="0" y="0"/>
                  </a:lnTo>
                  <a:lnTo>
                    <a:pt x="100997" y="120000"/>
                  </a:lnTo>
                  <a:lnTo>
                    <a:pt x="119999" y="98318"/>
                  </a:lnTo>
                  <a:lnTo>
                    <a:pt x="50674" y="0"/>
                  </a:lnTo>
                  <a:lnTo>
                    <a:pt x="50674" y="0"/>
                  </a:lnTo>
                  <a:close/>
                </a:path>
              </a:pathLst>
            </a:custGeom>
            <a:gradFill>
              <a:gsLst>
                <a:gs pos="0">
                  <a:srgbClr val="000059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72"/>
            <p:cNvSpPr/>
            <p:nvPr/>
          </p:nvSpPr>
          <p:spPr>
            <a:xfrm>
              <a:off x="9045575" y="1036637"/>
              <a:ext cx="95250" cy="4937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5384"/>
                  </a:moveTo>
                  <a:lnTo>
                    <a:pt x="120000" y="120000"/>
                  </a:lnTo>
                  <a:lnTo>
                    <a:pt x="120000" y="2307"/>
                  </a:lnTo>
                  <a:lnTo>
                    <a:pt x="108000" y="0"/>
                  </a:lnTo>
                  <a:lnTo>
                    <a:pt x="0" y="55384"/>
                  </a:lnTo>
                  <a:lnTo>
                    <a:pt x="0" y="553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2"/>
            <p:cNvSpPr/>
            <p:nvPr/>
          </p:nvSpPr>
          <p:spPr>
            <a:xfrm>
              <a:off x="3175" y="2541586"/>
              <a:ext cx="9131300" cy="2959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3884"/>
                  </a:moveTo>
                  <a:lnTo>
                    <a:pt x="120000" y="120000"/>
                  </a:lnTo>
                  <a:lnTo>
                    <a:pt x="120000" y="118068"/>
                  </a:lnTo>
                  <a:lnTo>
                    <a:pt x="0" y="0"/>
                  </a:lnTo>
                  <a:lnTo>
                    <a:pt x="0" y="23884"/>
                  </a:lnTo>
                  <a:lnTo>
                    <a:pt x="0" y="23884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72"/>
            <p:cNvSpPr/>
            <p:nvPr/>
          </p:nvSpPr>
          <p:spPr>
            <a:xfrm>
              <a:off x="9134475" y="5529262"/>
              <a:ext cx="9524" cy="95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120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72"/>
            <p:cNvSpPr/>
            <p:nvPr/>
          </p:nvSpPr>
          <p:spPr>
            <a:xfrm>
              <a:off x="3175" y="3416300"/>
              <a:ext cx="9131300" cy="2122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2849"/>
                  </a:moveTo>
                  <a:lnTo>
                    <a:pt x="120000" y="120000"/>
                  </a:lnTo>
                  <a:lnTo>
                    <a:pt x="120000" y="119461"/>
                  </a:lnTo>
                  <a:lnTo>
                    <a:pt x="0" y="0"/>
                  </a:lnTo>
                  <a:lnTo>
                    <a:pt x="0" y="32849"/>
                  </a:lnTo>
                  <a:lnTo>
                    <a:pt x="0" y="32849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72"/>
            <p:cNvSpPr/>
            <p:nvPr/>
          </p:nvSpPr>
          <p:spPr>
            <a:xfrm>
              <a:off x="3175" y="5043487"/>
              <a:ext cx="9131300" cy="6572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913"/>
                  </a:moveTo>
                  <a:lnTo>
                    <a:pt x="120000" y="120000"/>
                  </a:lnTo>
                  <a:lnTo>
                    <a:pt x="120000" y="116521"/>
                  </a:lnTo>
                  <a:lnTo>
                    <a:pt x="0" y="0"/>
                  </a:lnTo>
                  <a:lnTo>
                    <a:pt x="0" y="13913"/>
                  </a:lnTo>
                  <a:lnTo>
                    <a:pt x="0" y="13913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2"/>
            <p:cNvSpPr/>
            <p:nvPr/>
          </p:nvSpPr>
          <p:spPr>
            <a:xfrm>
              <a:off x="2058986" y="0"/>
              <a:ext cx="7075487" cy="5043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19999"/>
                  </a:lnTo>
                  <a:lnTo>
                    <a:pt x="120000" y="119093"/>
                  </a:lnTo>
                  <a:lnTo>
                    <a:pt x="337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A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2"/>
            <p:cNvSpPr/>
            <p:nvPr/>
          </p:nvSpPr>
          <p:spPr>
            <a:xfrm>
              <a:off x="5272087" y="0"/>
              <a:ext cx="3862387" cy="4149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999" y="120000"/>
                  </a:lnTo>
                  <a:lnTo>
                    <a:pt x="119999" y="119724"/>
                  </a:lnTo>
                  <a:lnTo>
                    <a:pt x="326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72"/>
            <p:cNvSpPr/>
            <p:nvPr/>
          </p:nvSpPr>
          <p:spPr>
            <a:xfrm>
              <a:off x="6270625" y="0"/>
              <a:ext cx="2863849" cy="39115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32333" y="0"/>
                  </a:moveTo>
                  <a:lnTo>
                    <a:pt x="0" y="0"/>
                  </a:lnTo>
                  <a:lnTo>
                    <a:pt x="120000" y="120000"/>
                  </a:lnTo>
                  <a:lnTo>
                    <a:pt x="120000" y="109480"/>
                  </a:lnTo>
                  <a:lnTo>
                    <a:pt x="119600" y="109480"/>
                  </a:lnTo>
                  <a:lnTo>
                    <a:pt x="32333" y="0"/>
                  </a:lnTo>
                  <a:lnTo>
                    <a:pt x="32333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72"/>
            <p:cNvSpPr/>
            <p:nvPr/>
          </p:nvSpPr>
          <p:spPr>
            <a:xfrm>
              <a:off x="7173911" y="0"/>
              <a:ext cx="1960561" cy="32924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7917"/>
                  </a:lnTo>
                  <a:lnTo>
                    <a:pt x="40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8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72"/>
            <p:cNvSpPr/>
            <p:nvPr/>
          </p:nvSpPr>
          <p:spPr>
            <a:xfrm>
              <a:off x="7451725" y="0"/>
              <a:ext cx="1682749" cy="3073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9628"/>
                  </a:lnTo>
                  <a:lnTo>
                    <a:pt x="61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2"/>
            <p:cNvSpPr/>
            <p:nvPr/>
          </p:nvSpPr>
          <p:spPr>
            <a:xfrm>
              <a:off x="7907336" y="0"/>
              <a:ext cx="1227136" cy="23606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99" y="115642"/>
                  </a:moveTo>
                  <a:lnTo>
                    <a:pt x="6536" y="0"/>
                  </a:lnTo>
                  <a:lnTo>
                    <a:pt x="0" y="0"/>
                  </a:lnTo>
                  <a:lnTo>
                    <a:pt x="119999" y="120000"/>
                  </a:lnTo>
                  <a:lnTo>
                    <a:pt x="119999" y="115642"/>
                  </a:lnTo>
                  <a:lnTo>
                    <a:pt x="119999" y="115642"/>
                  </a:lnTo>
                  <a:close/>
                </a:path>
              </a:pathLst>
            </a:custGeom>
            <a:gradFill>
              <a:gsLst>
                <a:gs pos="0">
                  <a:srgbClr val="00007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" name="Google Shape;99;p72"/>
            <p:cNvGrpSpPr/>
            <p:nvPr/>
          </p:nvGrpSpPr>
          <p:grpSpPr>
            <a:xfrm>
              <a:off x="0" y="2590800"/>
              <a:ext cx="9140824" cy="2949574"/>
              <a:chOff x="0" y="2590800"/>
              <a:chExt cx="9140824" cy="2949574"/>
            </a:xfrm>
          </p:grpSpPr>
          <p:sp>
            <p:nvSpPr>
              <p:cNvPr id="100" name="Google Shape;100;p72"/>
              <p:cNvSpPr/>
              <p:nvPr/>
            </p:nvSpPr>
            <p:spPr>
              <a:xfrm>
                <a:off x="0" y="2590800"/>
                <a:ext cx="5826124" cy="20843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33450"/>
                    </a:lnTo>
                    <a:lnTo>
                      <a:pt x="119212" y="120000"/>
                    </a:lnTo>
                    <a:lnTo>
                      <a:pt x="119606" y="112871"/>
                    </a:lnTo>
                    <a:lnTo>
                      <a:pt x="120000" y="10629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6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72"/>
              <p:cNvSpPr/>
              <p:nvPr/>
            </p:nvSpPr>
            <p:spPr>
              <a:xfrm>
                <a:off x="5788025" y="4437062"/>
                <a:ext cx="3352799" cy="110331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14820"/>
                    </a:moveTo>
                    <a:lnTo>
                      <a:pt x="1368" y="0"/>
                    </a:lnTo>
                    <a:lnTo>
                      <a:pt x="684" y="12431"/>
                    </a:lnTo>
                    <a:lnTo>
                      <a:pt x="0" y="25899"/>
                    </a:lnTo>
                    <a:lnTo>
                      <a:pt x="120000" y="120000"/>
                    </a:lnTo>
                    <a:lnTo>
                      <a:pt x="120000" y="114820"/>
                    </a:lnTo>
                    <a:lnTo>
                      <a:pt x="120000" y="11482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1717A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2" name="Google Shape;102;p7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7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72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7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7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74"/>
          <p:cNvGrpSpPr/>
          <p:nvPr/>
        </p:nvGrpSpPr>
        <p:grpSpPr>
          <a:xfrm>
            <a:off x="0" y="0"/>
            <a:ext cx="9144000" cy="6856412"/>
            <a:chOff x="0" y="0"/>
            <a:chExt cx="9143999" cy="6856412"/>
          </a:xfrm>
        </p:grpSpPr>
        <p:sp>
          <p:nvSpPr>
            <p:cNvPr id="113" name="Google Shape;113;p74"/>
            <p:cNvSpPr/>
            <p:nvPr/>
          </p:nvSpPr>
          <p:spPr>
            <a:xfrm>
              <a:off x="0" y="19050"/>
              <a:ext cx="9140825" cy="51958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6752" y="66581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63491" y="72520"/>
                  </a:lnTo>
                  <a:lnTo>
                    <a:pt x="120000" y="120000"/>
                  </a:lnTo>
                  <a:lnTo>
                    <a:pt x="120000" y="119780"/>
                  </a:lnTo>
                  <a:lnTo>
                    <a:pt x="66752" y="66581"/>
                  </a:lnTo>
                  <a:lnTo>
                    <a:pt x="66752" y="66581"/>
                  </a:lnTo>
                  <a:close/>
                </a:path>
              </a:pathLst>
            </a:custGeom>
            <a:gradFill>
              <a:gsLst>
                <a:gs pos="0">
                  <a:srgbClr val="00005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4"/>
            <p:cNvSpPr/>
            <p:nvPr/>
          </p:nvSpPr>
          <p:spPr>
            <a:xfrm>
              <a:off x="236537" y="0"/>
              <a:ext cx="8904287" cy="51482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7887" y="63422"/>
                  </a:moveTo>
                  <a:lnTo>
                    <a:pt x="9250" y="0"/>
                  </a:lnTo>
                  <a:lnTo>
                    <a:pt x="0" y="0"/>
                  </a:lnTo>
                  <a:lnTo>
                    <a:pt x="66235" y="66086"/>
                  </a:lnTo>
                  <a:lnTo>
                    <a:pt x="119999" y="120000"/>
                  </a:lnTo>
                  <a:lnTo>
                    <a:pt x="119999" y="119777"/>
                  </a:lnTo>
                  <a:lnTo>
                    <a:pt x="67887" y="63422"/>
                  </a:lnTo>
                  <a:lnTo>
                    <a:pt x="67887" y="63422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74"/>
            <p:cNvSpPr/>
            <p:nvPr/>
          </p:nvSpPr>
          <p:spPr>
            <a:xfrm>
              <a:off x="0" y="5449887"/>
              <a:ext cx="6410325" cy="3032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97500"/>
                  </a:moveTo>
                  <a:lnTo>
                    <a:pt x="120000" y="120000"/>
                  </a:lnTo>
                  <a:lnTo>
                    <a:pt x="120000" y="90000"/>
                  </a:lnTo>
                  <a:lnTo>
                    <a:pt x="0" y="0"/>
                  </a:lnTo>
                  <a:lnTo>
                    <a:pt x="0" y="97500"/>
                  </a:lnTo>
                  <a:lnTo>
                    <a:pt x="0" y="97500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74"/>
            <p:cNvSpPr/>
            <p:nvPr/>
          </p:nvSpPr>
          <p:spPr>
            <a:xfrm>
              <a:off x="6410325" y="5678487"/>
              <a:ext cx="2730500" cy="1031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9090"/>
                  </a:lnTo>
                  <a:lnTo>
                    <a:pt x="0" y="0"/>
                  </a:lnTo>
                  <a:lnTo>
                    <a:pt x="0" y="87272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74"/>
            <p:cNvSpPr/>
            <p:nvPr/>
          </p:nvSpPr>
          <p:spPr>
            <a:xfrm>
              <a:off x="0" y="5915025"/>
              <a:ext cx="7594599" cy="5222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28085"/>
                  </a:lnTo>
                  <a:lnTo>
                    <a:pt x="120000" y="0"/>
                  </a:lnTo>
                  <a:lnTo>
                    <a:pt x="0" y="39027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7D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74"/>
            <p:cNvSpPr/>
            <p:nvPr/>
          </p:nvSpPr>
          <p:spPr>
            <a:xfrm>
              <a:off x="7594600" y="5876925"/>
              <a:ext cx="1546225" cy="1603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57029"/>
                  </a:moveTo>
                  <a:lnTo>
                    <a:pt x="120000" y="0"/>
                  </a:lnTo>
                  <a:lnTo>
                    <a:pt x="0" y="28514"/>
                  </a:lnTo>
                  <a:lnTo>
                    <a:pt x="0" y="120000"/>
                  </a:lnTo>
                  <a:lnTo>
                    <a:pt x="120000" y="57029"/>
                  </a:lnTo>
                  <a:lnTo>
                    <a:pt x="120000" y="570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74"/>
            <p:cNvSpPr/>
            <p:nvPr/>
          </p:nvSpPr>
          <p:spPr>
            <a:xfrm>
              <a:off x="5745162" y="6056312"/>
              <a:ext cx="3395661" cy="314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94545"/>
                  </a:lnTo>
                  <a:lnTo>
                    <a:pt x="0" y="119999"/>
                  </a:lnTo>
                  <a:lnTo>
                    <a:pt x="120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74"/>
            <p:cNvSpPr/>
            <p:nvPr/>
          </p:nvSpPr>
          <p:spPr>
            <a:xfrm>
              <a:off x="0" y="6303962"/>
              <a:ext cx="5745161" cy="5524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0300" y="120000"/>
                  </a:lnTo>
                  <a:lnTo>
                    <a:pt x="120000" y="14482"/>
                  </a:lnTo>
                  <a:lnTo>
                    <a:pt x="120000" y="0"/>
                  </a:lnTo>
                  <a:lnTo>
                    <a:pt x="0" y="91034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74"/>
            <p:cNvSpPr/>
            <p:nvPr/>
          </p:nvSpPr>
          <p:spPr>
            <a:xfrm>
              <a:off x="3328987" y="6418262"/>
              <a:ext cx="3990975" cy="438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4028" y="120000"/>
                  </a:moveTo>
                  <a:lnTo>
                    <a:pt x="120000" y="88695"/>
                  </a:lnTo>
                  <a:lnTo>
                    <a:pt x="107747" y="0"/>
                  </a:lnTo>
                  <a:lnTo>
                    <a:pt x="0" y="120000"/>
                  </a:lnTo>
                  <a:lnTo>
                    <a:pt x="104028" y="120000"/>
                  </a:lnTo>
                  <a:lnTo>
                    <a:pt x="104028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74"/>
            <p:cNvSpPr/>
            <p:nvPr/>
          </p:nvSpPr>
          <p:spPr>
            <a:xfrm>
              <a:off x="6911975" y="6142037"/>
              <a:ext cx="2228850" cy="6000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40000"/>
                  </a:moveTo>
                  <a:lnTo>
                    <a:pt x="120000" y="0"/>
                  </a:lnTo>
                  <a:lnTo>
                    <a:pt x="0" y="55238"/>
                  </a:lnTo>
                  <a:lnTo>
                    <a:pt x="21950" y="120000"/>
                  </a:lnTo>
                  <a:lnTo>
                    <a:pt x="120000" y="40000"/>
                  </a:lnTo>
                  <a:lnTo>
                    <a:pt x="120000" y="4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8089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74"/>
            <p:cNvSpPr/>
            <p:nvPr/>
          </p:nvSpPr>
          <p:spPr>
            <a:xfrm>
              <a:off x="7985125" y="5002212"/>
              <a:ext cx="11557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3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74"/>
            <p:cNvSpPr/>
            <p:nvPr/>
          </p:nvSpPr>
          <p:spPr>
            <a:xfrm>
              <a:off x="0" y="2359025"/>
              <a:ext cx="7985125" cy="2652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167"/>
                  </a:moveTo>
                  <a:lnTo>
                    <a:pt x="120000" y="119999"/>
                  </a:lnTo>
                  <a:lnTo>
                    <a:pt x="120000" y="119569"/>
                  </a:lnTo>
                  <a:lnTo>
                    <a:pt x="0" y="0"/>
                  </a:lnTo>
                  <a:lnTo>
                    <a:pt x="0" y="5167"/>
                  </a:lnTo>
                  <a:lnTo>
                    <a:pt x="0" y="5167"/>
                  </a:lnTo>
                  <a:close/>
                </a:path>
              </a:pathLst>
            </a:custGeom>
            <a:gradFill>
              <a:gsLst>
                <a:gs pos="0">
                  <a:srgbClr val="000053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74"/>
            <p:cNvSpPr/>
            <p:nvPr/>
          </p:nvSpPr>
          <p:spPr>
            <a:xfrm>
              <a:off x="7985125" y="4840287"/>
              <a:ext cx="1155700" cy="5048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7735"/>
                  </a:lnTo>
                  <a:lnTo>
                    <a:pt x="0" y="0"/>
                  </a:lnTo>
                  <a:lnTo>
                    <a:pt x="0" y="20377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74"/>
            <p:cNvSpPr/>
            <p:nvPr/>
          </p:nvSpPr>
          <p:spPr>
            <a:xfrm>
              <a:off x="0" y="1454150"/>
              <a:ext cx="7985125" cy="34718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1718"/>
                  </a:moveTo>
                  <a:lnTo>
                    <a:pt x="120000" y="120000"/>
                  </a:lnTo>
                  <a:lnTo>
                    <a:pt x="120000" y="117038"/>
                  </a:lnTo>
                  <a:lnTo>
                    <a:pt x="0" y="0"/>
                  </a:lnTo>
                  <a:lnTo>
                    <a:pt x="0" y="21718"/>
                  </a:lnTo>
                  <a:lnTo>
                    <a:pt x="0" y="21718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4"/>
            <p:cNvSpPr/>
            <p:nvPr/>
          </p:nvSpPr>
          <p:spPr>
            <a:xfrm>
              <a:off x="3641725" y="0"/>
              <a:ext cx="5014911" cy="43259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17" y="119999"/>
                  </a:lnTo>
                  <a:lnTo>
                    <a:pt x="120000" y="118987"/>
                  </a:lnTo>
                  <a:lnTo>
                    <a:pt x="386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B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4"/>
            <p:cNvSpPr/>
            <p:nvPr/>
          </p:nvSpPr>
          <p:spPr>
            <a:xfrm>
              <a:off x="8628061" y="4289425"/>
              <a:ext cx="512762" cy="47466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5551"/>
                  </a:lnTo>
                  <a:lnTo>
                    <a:pt x="6687" y="0"/>
                  </a:lnTo>
                  <a:lnTo>
                    <a:pt x="0" y="923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F0F9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4"/>
            <p:cNvSpPr/>
            <p:nvPr/>
          </p:nvSpPr>
          <p:spPr>
            <a:xfrm>
              <a:off x="8694736" y="4108450"/>
              <a:ext cx="446086" cy="5318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61970"/>
                  </a:lnTo>
                  <a:lnTo>
                    <a:pt x="40996" y="0"/>
                  </a:lnTo>
                  <a:lnTo>
                    <a:pt x="0" y="32238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4"/>
            <p:cNvSpPr/>
            <p:nvPr/>
          </p:nvSpPr>
          <p:spPr>
            <a:xfrm>
              <a:off x="3895725" y="0"/>
              <a:ext cx="4951411" cy="4251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6310" y="120000"/>
                  </a:lnTo>
                  <a:lnTo>
                    <a:pt x="120000" y="115970"/>
                  </a:lnTo>
                  <a:lnTo>
                    <a:pt x="1472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7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4"/>
            <p:cNvSpPr/>
            <p:nvPr/>
          </p:nvSpPr>
          <p:spPr>
            <a:xfrm>
              <a:off x="8931275" y="4022725"/>
              <a:ext cx="209549" cy="2095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74"/>
            <p:cNvSpPr/>
            <p:nvPr/>
          </p:nvSpPr>
          <p:spPr>
            <a:xfrm>
              <a:off x="4940300" y="0"/>
              <a:ext cx="3990975" cy="4022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20000"/>
                  </a:lnTo>
                  <a:lnTo>
                    <a:pt x="314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74"/>
            <p:cNvSpPr/>
            <p:nvPr/>
          </p:nvSpPr>
          <p:spPr>
            <a:xfrm>
              <a:off x="5537200" y="0"/>
              <a:ext cx="3489325" cy="3937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45" y="120000"/>
                  </a:lnTo>
                  <a:lnTo>
                    <a:pt x="120000" y="119709"/>
                  </a:lnTo>
                  <a:lnTo>
                    <a:pt x="172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4"/>
            <p:cNvSpPr/>
            <p:nvPr/>
          </p:nvSpPr>
          <p:spPr>
            <a:xfrm>
              <a:off x="9007475" y="3927475"/>
              <a:ext cx="133349" cy="152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2500"/>
                  </a:lnTo>
                  <a:lnTo>
                    <a:pt x="17142" y="0"/>
                  </a:lnTo>
                  <a:lnTo>
                    <a:pt x="0" y="75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1717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4"/>
            <p:cNvSpPr/>
            <p:nvPr/>
          </p:nvSpPr>
          <p:spPr>
            <a:xfrm>
              <a:off x="8894761" y="1349375"/>
              <a:ext cx="246062" cy="819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47441"/>
                  </a:lnTo>
                  <a:lnTo>
                    <a:pt x="59612" y="0"/>
                  </a:lnTo>
                  <a:lnTo>
                    <a:pt x="0" y="44651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4"/>
            <p:cNvSpPr/>
            <p:nvPr/>
          </p:nvSpPr>
          <p:spPr>
            <a:xfrm>
              <a:off x="8107361" y="0"/>
              <a:ext cx="909637" cy="16541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03902" y="120000"/>
                  </a:lnTo>
                  <a:lnTo>
                    <a:pt x="120000" y="97909"/>
                  </a:lnTo>
                  <a:lnTo>
                    <a:pt x="5247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4"/>
            <p:cNvSpPr/>
            <p:nvPr/>
          </p:nvSpPr>
          <p:spPr>
            <a:xfrm>
              <a:off x="8589961" y="0"/>
              <a:ext cx="541337" cy="12636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0674" y="0"/>
                  </a:moveTo>
                  <a:lnTo>
                    <a:pt x="0" y="0"/>
                  </a:lnTo>
                  <a:lnTo>
                    <a:pt x="100997" y="120000"/>
                  </a:lnTo>
                  <a:lnTo>
                    <a:pt x="119999" y="98318"/>
                  </a:lnTo>
                  <a:lnTo>
                    <a:pt x="50674" y="0"/>
                  </a:lnTo>
                  <a:lnTo>
                    <a:pt x="50674" y="0"/>
                  </a:lnTo>
                  <a:close/>
                </a:path>
              </a:pathLst>
            </a:custGeom>
            <a:gradFill>
              <a:gsLst>
                <a:gs pos="0">
                  <a:srgbClr val="000059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4"/>
            <p:cNvSpPr/>
            <p:nvPr/>
          </p:nvSpPr>
          <p:spPr>
            <a:xfrm>
              <a:off x="9045575" y="1036637"/>
              <a:ext cx="95250" cy="4937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5384"/>
                  </a:moveTo>
                  <a:lnTo>
                    <a:pt x="120000" y="120000"/>
                  </a:lnTo>
                  <a:lnTo>
                    <a:pt x="120000" y="2307"/>
                  </a:lnTo>
                  <a:lnTo>
                    <a:pt x="108000" y="0"/>
                  </a:lnTo>
                  <a:lnTo>
                    <a:pt x="0" y="55384"/>
                  </a:lnTo>
                  <a:lnTo>
                    <a:pt x="0" y="553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4"/>
            <p:cNvSpPr/>
            <p:nvPr/>
          </p:nvSpPr>
          <p:spPr>
            <a:xfrm>
              <a:off x="3175" y="2541586"/>
              <a:ext cx="9131300" cy="2959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3884"/>
                  </a:moveTo>
                  <a:lnTo>
                    <a:pt x="120000" y="120000"/>
                  </a:lnTo>
                  <a:lnTo>
                    <a:pt x="120000" y="118068"/>
                  </a:lnTo>
                  <a:lnTo>
                    <a:pt x="0" y="0"/>
                  </a:lnTo>
                  <a:lnTo>
                    <a:pt x="0" y="23884"/>
                  </a:lnTo>
                  <a:lnTo>
                    <a:pt x="0" y="23884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4"/>
            <p:cNvSpPr/>
            <p:nvPr/>
          </p:nvSpPr>
          <p:spPr>
            <a:xfrm>
              <a:off x="9134475" y="5529262"/>
              <a:ext cx="9524" cy="95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120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4"/>
            <p:cNvSpPr/>
            <p:nvPr/>
          </p:nvSpPr>
          <p:spPr>
            <a:xfrm>
              <a:off x="3175" y="3416300"/>
              <a:ext cx="9131300" cy="2122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2849"/>
                  </a:moveTo>
                  <a:lnTo>
                    <a:pt x="120000" y="120000"/>
                  </a:lnTo>
                  <a:lnTo>
                    <a:pt x="120000" y="119461"/>
                  </a:lnTo>
                  <a:lnTo>
                    <a:pt x="0" y="0"/>
                  </a:lnTo>
                  <a:lnTo>
                    <a:pt x="0" y="32849"/>
                  </a:lnTo>
                  <a:lnTo>
                    <a:pt x="0" y="32849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4"/>
            <p:cNvSpPr/>
            <p:nvPr/>
          </p:nvSpPr>
          <p:spPr>
            <a:xfrm>
              <a:off x="3175" y="5043487"/>
              <a:ext cx="9131300" cy="6572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913"/>
                  </a:moveTo>
                  <a:lnTo>
                    <a:pt x="120000" y="120000"/>
                  </a:lnTo>
                  <a:lnTo>
                    <a:pt x="120000" y="116521"/>
                  </a:lnTo>
                  <a:lnTo>
                    <a:pt x="0" y="0"/>
                  </a:lnTo>
                  <a:lnTo>
                    <a:pt x="0" y="13913"/>
                  </a:lnTo>
                  <a:lnTo>
                    <a:pt x="0" y="13913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4"/>
            <p:cNvSpPr/>
            <p:nvPr/>
          </p:nvSpPr>
          <p:spPr>
            <a:xfrm>
              <a:off x="2058986" y="0"/>
              <a:ext cx="7075487" cy="5043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19999"/>
                  </a:lnTo>
                  <a:lnTo>
                    <a:pt x="120000" y="119093"/>
                  </a:lnTo>
                  <a:lnTo>
                    <a:pt x="337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A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4"/>
            <p:cNvSpPr/>
            <p:nvPr/>
          </p:nvSpPr>
          <p:spPr>
            <a:xfrm>
              <a:off x="5272087" y="0"/>
              <a:ext cx="3862387" cy="4149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999" y="120000"/>
                  </a:lnTo>
                  <a:lnTo>
                    <a:pt x="119999" y="119724"/>
                  </a:lnTo>
                  <a:lnTo>
                    <a:pt x="326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4"/>
            <p:cNvSpPr/>
            <p:nvPr/>
          </p:nvSpPr>
          <p:spPr>
            <a:xfrm>
              <a:off x="6270625" y="0"/>
              <a:ext cx="2863849" cy="39115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32333" y="0"/>
                  </a:moveTo>
                  <a:lnTo>
                    <a:pt x="0" y="0"/>
                  </a:lnTo>
                  <a:lnTo>
                    <a:pt x="120000" y="120000"/>
                  </a:lnTo>
                  <a:lnTo>
                    <a:pt x="120000" y="109480"/>
                  </a:lnTo>
                  <a:lnTo>
                    <a:pt x="119600" y="109480"/>
                  </a:lnTo>
                  <a:lnTo>
                    <a:pt x="32333" y="0"/>
                  </a:lnTo>
                  <a:lnTo>
                    <a:pt x="32333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4"/>
            <p:cNvSpPr/>
            <p:nvPr/>
          </p:nvSpPr>
          <p:spPr>
            <a:xfrm>
              <a:off x="7173911" y="0"/>
              <a:ext cx="1960561" cy="32924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7917"/>
                  </a:lnTo>
                  <a:lnTo>
                    <a:pt x="40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8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4"/>
            <p:cNvSpPr/>
            <p:nvPr/>
          </p:nvSpPr>
          <p:spPr>
            <a:xfrm>
              <a:off x="7451725" y="0"/>
              <a:ext cx="1682749" cy="3073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9628"/>
                  </a:lnTo>
                  <a:lnTo>
                    <a:pt x="61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4"/>
            <p:cNvSpPr/>
            <p:nvPr/>
          </p:nvSpPr>
          <p:spPr>
            <a:xfrm>
              <a:off x="7907336" y="0"/>
              <a:ext cx="1227136" cy="23606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99" y="115642"/>
                  </a:moveTo>
                  <a:lnTo>
                    <a:pt x="6536" y="0"/>
                  </a:lnTo>
                  <a:lnTo>
                    <a:pt x="0" y="0"/>
                  </a:lnTo>
                  <a:lnTo>
                    <a:pt x="119999" y="120000"/>
                  </a:lnTo>
                  <a:lnTo>
                    <a:pt x="119999" y="115642"/>
                  </a:lnTo>
                  <a:lnTo>
                    <a:pt x="119999" y="115642"/>
                  </a:lnTo>
                  <a:close/>
                </a:path>
              </a:pathLst>
            </a:custGeom>
            <a:gradFill>
              <a:gsLst>
                <a:gs pos="0">
                  <a:srgbClr val="00007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4"/>
            <p:cNvGrpSpPr/>
            <p:nvPr/>
          </p:nvGrpSpPr>
          <p:grpSpPr>
            <a:xfrm>
              <a:off x="0" y="2590800"/>
              <a:ext cx="9140824" cy="2949574"/>
              <a:chOff x="0" y="2590800"/>
              <a:chExt cx="9140824" cy="2949574"/>
            </a:xfrm>
          </p:grpSpPr>
          <p:sp>
            <p:nvSpPr>
              <p:cNvPr id="150" name="Google Shape;150;p74"/>
              <p:cNvSpPr/>
              <p:nvPr/>
            </p:nvSpPr>
            <p:spPr>
              <a:xfrm>
                <a:off x="0" y="2590800"/>
                <a:ext cx="5826124" cy="20843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33450"/>
                    </a:lnTo>
                    <a:lnTo>
                      <a:pt x="119212" y="120000"/>
                    </a:lnTo>
                    <a:lnTo>
                      <a:pt x="119606" y="112871"/>
                    </a:lnTo>
                    <a:lnTo>
                      <a:pt x="120000" y="10629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6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4"/>
              <p:cNvSpPr/>
              <p:nvPr/>
            </p:nvSpPr>
            <p:spPr>
              <a:xfrm>
                <a:off x="5788025" y="4437062"/>
                <a:ext cx="3352799" cy="110331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14820"/>
                    </a:moveTo>
                    <a:lnTo>
                      <a:pt x="1368" y="0"/>
                    </a:lnTo>
                    <a:lnTo>
                      <a:pt x="684" y="12431"/>
                    </a:lnTo>
                    <a:lnTo>
                      <a:pt x="0" y="25899"/>
                    </a:lnTo>
                    <a:lnTo>
                      <a:pt x="120000" y="120000"/>
                    </a:lnTo>
                    <a:lnTo>
                      <a:pt x="120000" y="114820"/>
                    </a:lnTo>
                    <a:lnTo>
                      <a:pt x="120000" y="11482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1717A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2" name="Google Shape;152;p74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3" name="Google Shape;153;p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74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7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7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76"/>
          <p:cNvGrpSpPr/>
          <p:nvPr/>
        </p:nvGrpSpPr>
        <p:grpSpPr>
          <a:xfrm>
            <a:off x="0" y="0"/>
            <a:ext cx="9144000" cy="6856412"/>
            <a:chOff x="0" y="0"/>
            <a:chExt cx="9143999" cy="6856412"/>
          </a:xfrm>
        </p:grpSpPr>
        <p:sp>
          <p:nvSpPr>
            <p:cNvPr id="165" name="Google Shape;165;p76"/>
            <p:cNvSpPr/>
            <p:nvPr/>
          </p:nvSpPr>
          <p:spPr>
            <a:xfrm>
              <a:off x="0" y="19050"/>
              <a:ext cx="9140825" cy="51958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6752" y="66581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63491" y="72520"/>
                  </a:lnTo>
                  <a:lnTo>
                    <a:pt x="120000" y="120000"/>
                  </a:lnTo>
                  <a:lnTo>
                    <a:pt x="120000" y="119780"/>
                  </a:lnTo>
                  <a:lnTo>
                    <a:pt x="66752" y="66581"/>
                  </a:lnTo>
                  <a:lnTo>
                    <a:pt x="66752" y="66581"/>
                  </a:lnTo>
                  <a:close/>
                </a:path>
              </a:pathLst>
            </a:custGeom>
            <a:gradFill>
              <a:gsLst>
                <a:gs pos="0">
                  <a:srgbClr val="00005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6"/>
            <p:cNvSpPr/>
            <p:nvPr/>
          </p:nvSpPr>
          <p:spPr>
            <a:xfrm>
              <a:off x="236537" y="0"/>
              <a:ext cx="8904287" cy="51482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7887" y="63422"/>
                  </a:moveTo>
                  <a:lnTo>
                    <a:pt x="9250" y="0"/>
                  </a:lnTo>
                  <a:lnTo>
                    <a:pt x="0" y="0"/>
                  </a:lnTo>
                  <a:lnTo>
                    <a:pt x="66235" y="66086"/>
                  </a:lnTo>
                  <a:lnTo>
                    <a:pt x="119999" y="120000"/>
                  </a:lnTo>
                  <a:lnTo>
                    <a:pt x="119999" y="119777"/>
                  </a:lnTo>
                  <a:lnTo>
                    <a:pt x="67887" y="63422"/>
                  </a:lnTo>
                  <a:lnTo>
                    <a:pt x="67887" y="63422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6"/>
            <p:cNvSpPr/>
            <p:nvPr/>
          </p:nvSpPr>
          <p:spPr>
            <a:xfrm>
              <a:off x="0" y="5449887"/>
              <a:ext cx="6410325" cy="3032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97500"/>
                  </a:moveTo>
                  <a:lnTo>
                    <a:pt x="120000" y="120000"/>
                  </a:lnTo>
                  <a:lnTo>
                    <a:pt x="120000" y="90000"/>
                  </a:lnTo>
                  <a:lnTo>
                    <a:pt x="0" y="0"/>
                  </a:lnTo>
                  <a:lnTo>
                    <a:pt x="0" y="97500"/>
                  </a:lnTo>
                  <a:lnTo>
                    <a:pt x="0" y="97500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6"/>
            <p:cNvSpPr/>
            <p:nvPr/>
          </p:nvSpPr>
          <p:spPr>
            <a:xfrm>
              <a:off x="6410325" y="5678487"/>
              <a:ext cx="2730500" cy="1031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9090"/>
                  </a:lnTo>
                  <a:lnTo>
                    <a:pt x="0" y="0"/>
                  </a:lnTo>
                  <a:lnTo>
                    <a:pt x="0" y="87272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6"/>
            <p:cNvSpPr/>
            <p:nvPr/>
          </p:nvSpPr>
          <p:spPr>
            <a:xfrm>
              <a:off x="0" y="5915025"/>
              <a:ext cx="7594599" cy="5222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28085"/>
                  </a:lnTo>
                  <a:lnTo>
                    <a:pt x="120000" y="0"/>
                  </a:lnTo>
                  <a:lnTo>
                    <a:pt x="0" y="39027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7D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6"/>
            <p:cNvSpPr/>
            <p:nvPr/>
          </p:nvSpPr>
          <p:spPr>
            <a:xfrm>
              <a:off x="7594600" y="5876925"/>
              <a:ext cx="1546225" cy="1603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57029"/>
                  </a:moveTo>
                  <a:lnTo>
                    <a:pt x="120000" y="0"/>
                  </a:lnTo>
                  <a:lnTo>
                    <a:pt x="0" y="28514"/>
                  </a:lnTo>
                  <a:lnTo>
                    <a:pt x="0" y="120000"/>
                  </a:lnTo>
                  <a:lnTo>
                    <a:pt x="120000" y="57029"/>
                  </a:lnTo>
                  <a:lnTo>
                    <a:pt x="120000" y="570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6"/>
            <p:cNvSpPr/>
            <p:nvPr/>
          </p:nvSpPr>
          <p:spPr>
            <a:xfrm>
              <a:off x="5745162" y="6056312"/>
              <a:ext cx="3395661" cy="314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94545"/>
                  </a:lnTo>
                  <a:lnTo>
                    <a:pt x="0" y="119999"/>
                  </a:lnTo>
                  <a:lnTo>
                    <a:pt x="120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6"/>
            <p:cNvSpPr/>
            <p:nvPr/>
          </p:nvSpPr>
          <p:spPr>
            <a:xfrm>
              <a:off x="0" y="6303962"/>
              <a:ext cx="5745161" cy="5524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0300" y="120000"/>
                  </a:lnTo>
                  <a:lnTo>
                    <a:pt x="120000" y="14482"/>
                  </a:lnTo>
                  <a:lnTo>
                    <a:pt x="120000" y="0"/>
                  </a:lnTo>
                  <a:lnTo>
                    <a:pt x="0" y="91034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6"/>
            <p:cNvSpPr/>
            <p:nvPr/>
          </p:nvSpPr>
          <p:spPr>
            <a:xfrm>
              <a:off x="3328987" y="6418262"/>
              <a:ext cx="3990975" cy="438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4028" y="120000"/>
                  </a:moveTo>
                  <a:lnTo>
                    <a:pt x="120000" y="88695"/>
                  </a:lnTo>
                  <a:lnTo>
                    <a:pt x="107747" y="0"/>
                  </a:lnTo>
                  <a:lnTo>
                    <a:pt x="0" y="120000"/>
                  </a:lnTo>
                  <a:lnTo>
                    <a:pt x="104028" y="120000"/>
                  </a:lnTo>
                  <a:lnTo>
                    <a:pt x="104028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6"/>
            <p:cNvSpPr/>
            <p:nvPr/>
          </p:nvSpPr>
          <p:spPr>
            <a:xfrm>
              <a:off x="6911975" y="6142037"/>
              <a:ext cx="2228850" cy="6000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40000"/>
                  </a:moveTo>
                  <a:lnTo>
                    <a:pt x="120000" y="0"/>
                  </a:lnTo>
                  <a:lnTo>
                    <a:pt x="0" y="55238"/>
                  </a:lnTo>
                  <a:lnTo>
                    <a:pt x="21950" y="120000"/>
                  </a:lnTo>
                  <a:lnTo>
                    <a:pt x="120000" y="40000"/>
                  </a:lnTo>
                  <a:lnTo>
                    <a:pt x="120000" y="4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8089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6"/>
            <p:cNvSpPr/>
            <p:nvPr/>
          </p:nvSpPr>
          <p:spPr>
            <a:xfrm>
              <a:off x="7985125" y="5002212"/>
              <a:ext cx="11557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3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6"/>
            <p:cNvSpPr/>
            <p:nvPr/>
          </p:nvSpPr>
          <p:spPr>
            <a:xfrm>
              <a:off x="0" y="2359025"/>
              <a:ext cx="7985125" cy="2652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167"/>
                  </a:moveTo>
                  <a:lnTo>
                    <a:pt x="120000" y="119999"/>
                  </a:lnTo>
                  <a:lnTo>
                    <a:pt x="120000" y="119569"/>
                  </a:lnTo>
                  <a:lnTo>
                    <a:pt x="0" y="0"/>
                  </a:lnTo>
                  <a:lnTo>
                    <a:pt x="0" y="5167"/>
                  </a:lnTo>
                  <a:lnTo>
                    <a:pt x="0" y="5167"/>
                  </a:lnTo>
                  <a:close/>
                </a:path>
              </a:pathLst>
            </a:custGeom>
            <a:gradFill>
              <a:gsLst>
                <a:gs pos="0">
                  <a:srgbClr val="000053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6"/>
            <p:cNvSpPr/>
            <p:nvPr/>
          </p:nvSpPr>
          <p:spPr>
            <a:xfrm>
              <a:off x="7985125" y="4840287"/>
              <a:ext cx="1155700" cy="5048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7735"/>
                  </a:lnTo>
                  <a:lnTo>
                    <a:pt x="0" y="0"/>
                  </a:lnTo>
                  <a:lnTo>
                    <a:pt x="0" y="20377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6"/>
            <p:cNvSpPr/>
            <p:nvPr/>
          </p:nvSpPr>
          <p:spPr>
            <a:xfrm>
              <a:off x="0" y="1454150"/>
              <a:ext cx="7985125" cy="34718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1718"/>
                  </a:moveTo>
                  <a:lnTo>
                    <a:pt x="120000" y="120000"/>
                  </a:lnTo>
                  <a:lnTo>
                    <a:pt x="120000" y="117038"/>
                  </a:lnTo>
                  <a:lnTo>
                    <a:pt x="0" y="0"/>
                  </a:lnTo>
                  <a:lnTo>
                    <a:pt x="0" y="21718"/>
                  </a:lnTo>
                  <a:lnTo>
                    <a:pt x="0" y="21718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6"/>
            <p:cNvSpPr/>
            <p:nvPr/>
          </p:nvSpPr>
          <p:spPr>
            <a:xfrm>
              <a:off x="3641725" y="0"/>
              <a:ext cx="5014911" cy="43259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17" y="119999"/>
                  </a:lnTo>
                  <a:lnTo>
                    <a:pt x="120000" y="118987"/>
                  </a:lnTo>
                  <a:lnTo>
                    <a:pt x="386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B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6"/>
            <p:cNvSpPr/>
            <p:nvPr/>
          </p:nvSpPr>
          <p:spPr>
            <a:xfrm>
              <a:off x="8628061" y="4289425"/>
              <a:ext cx="512762" cy="47466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5551"/>
                  </a:lnTo>
                  <a:lnTo>
                    <a:pt x="6687" y="0"/>
                  </a:lnTo>
                  <a:lnTo>
                    <a:pt x="0" y="923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F0F9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6"/>
            <p:cNvSpPr/>
            <p:nvPr/>
          </p:nvSpPr>
          <p:spPr>
            <a:xfrm>
              <a:off x="8694736" y="4108450"/>
              <a:ext cx="446086" cy="5318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61970"/>
                  </a:lnTo>
                  <a:lnTo>
                    <a:pt x="40996" y="0"/>
                  </a:lnTo>
                  <a:lnTo>
                    <a:pt x="0" y="32238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6"/>
            <p:cNvSpPr/>
            <p:nvPr/>
          </p:nvSpPr>
          <p:spPr>
            <a:xfrm>
              <a:off x="3895725" y="0"/>
              <a:ext cx="4951411" cy="4251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6310" y="120000"/>
                  </a:lnTo>
                  <a:lnTo>
                    <a:pt x="120000" y="115970"/>
                  </a:lnTo>
                  <a:lnTo>
                    <a:pt x="1472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7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6"/>
            <p:cNvSpPr/>
            <p:nvPr/>
          </p:nvSpPr>
          <p:spPr>
            <a:xfrm>
              <a:off x="8931275" y="4022725"/>
              <a:ext cx="209549" cy="2095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6"/>
            <p:cNvSpPr/>
            <p:nvPr/>
          </p:nvSpPr>
          <p:spPr>
            <a:xfrm>
              <a:off x="4940300" y="0"/>
              <a:ext cx="3990975" cy="4022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20000"/>
                  </a:lnTo>
                  <a:lnTo>
                    <a:pt x="314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6"/>
            <p:cNvSpPr/>
            <p:nvPr/>
          </p:nvSpPr>
          <p:spPr>
            <a:xfrm>
              <a:off x="5537200" y="0"/>
              <a:ext cx="3489325" cy="3937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45" y="120000"/>
                  </a:lnTo>
                  <a:lnTo>
                    <a:pt x="120000" y="119709"/>
                  </a:lnTo>
                  <a:lnTo>
                    <a:pt x="172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6"/>
            <p:cNvSpPr/>
            <p:nvPr/>
          </p:nvSpPr>
          <p:spPr>
            <a:xfrm>
              <a:off x="9007475" y="3927475"/>
              <a:ext cx="133349" cy="152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2500"/>
                  </a:lnTo>
                  <a:lnTo>
                    <a:pt x="17142" y="0"/>
                  </a:lnTo>
                  <a:lnTo>
                    <a:pt x="0" y="75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1717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6"/>
            <p:cNvSpPr/>
            <p:nvPr/>
          </p:nvSpPr>
          <p:spPr>
            <a:xfrm>
              <a:off x="8894761" y="1349375"/>
              <a:ext cx="246062" cy="819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47441"/>
                  </a:lnTo>
                  <a:lnTo>
                    <a:pt x="59612" y="0"/>
                  </a:lnTo>
                  <a:lnTo>
                    <a:pt x="0" y="44651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6"/>
            <p:cNvSpPr/>
            <p:nvPr/>
          </p:nvSpPr>
          <p:spPr>
            <a:xfrm>
              <a:off x="8107361" y="0"/>
              <a:ext cx="909637" cy="16541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03902" y="120000"/>
                  </a:lnTo>
                  <a:lnTo>
                    <a:pt x="120000" y="97909"/>
                  </a:lnTo>
                  <a:lnTo>
                    <a:pt x="5247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6"/>
            <p:cNvSpPr/>
            <p:nvPr/>
          </p:nvSpPr>
          <p:spPr>
            <a:xfrm>
              <a:off x="8589961" y="0"/>
              <a:ext cx="541337" cy="12636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0674" y="0"/>
                  </a:moveTo>
                  <a:lnTo>
                    <a:pt x="0" y="0"/>
                  </a:lnTo>
                  <a:lnTo>
                    <a:pt x="100997" y="120000"/>
                  </a:lnTo>
                  <a:lnTo>
                    <a:pt x="119999" y="98318"/>
                  </a:lnTo>
                  <a:lnTo>
                    <a:pt x="50674" y="0"/>
                  </a:lnTo>
                  <a:lnTo>
                    <a:pt x="50674" y="0"/>
                  </a:lnTo>
                  <a:close/>
                </a:path>
              </a:pathLst>
            </a:custGeom>
            <a:gradFill>
              <a:gsLst>
                <a:gs pos="0">
                  <a:srgbClr val="000059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6"/>
            <p:cNvSpPr/>
            <p:nvPr/>
          </p:nvSpPr>
          <p:spPr>
            <a:xfrm>
              <a:off x="9045575" y="1036637"/>
              <a:ext cx="95250" cy="4937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5384"/>
                  </a:moveTo>
                  <a:lnTo>
                    <a:pt x="120000" y="120000"/>
                  </a:lnTo>
                  <a:lnTo>
                    <a:pt x="120000" y="2307"/>
                  </a:lnTo>
                  <a:lnTo>
                    <a:pt x="108000" y="0"/>
                  </a:lnTo>
                  <a:lnTo>
                    <a:pt x="0" y="55384"/>
                  </a:lnTo>
                  <a:lnTo>
                    <a:pt x="0" y="553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6"/>
            <p:cNvSpPr/>
            <p:nvPr/>
          </p:nvSpPr>
          <p:spPr>
            <a:xfrm>
              <a:off x="3175" y="2541586"/>
              <a:ext cx="9131300" cy="2959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3884"/>
                  </a:moveTo>
                  <a:lnTo>
                    <a:pt x="120000" y="120000"/>
                  </a:lnTo>
                  <a:lnTo>
                    <a:pt x="120000" y="118068"/>
                  </a:lnTo>
                  <a:lnTo>
                    <a:pt x="0" y="0"/>
                  </a:lnTo>
                  <a:lnTo>
                    <a:pt x="0" y="23884"/>
                  </a:lnTo>
                  <a:lnTo>
                    <a:pt x="0" y="23884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6"/>
            <p:cNvSpPr/>
            <p:nvPr/>
          </p:nvSpPr>
          <p:spPr>
            <a:xfrm>
              <a:off x="9134475" y="5529262"/>
              <a:ext cx="9524" cy="95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120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6"/>
            <p:cNvSpPr/>
            <p:nvPr/>
          </p:nvSpPr>
          <p:spPr>
            <a:xfrm>
              <a:off x="3175" y="3416300"/>
              <a:ext cx="9131300" cy="2122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2849"/>
                  </a:moveTo>
                  <a:lnTo>
                    <a:pt x="120000" y="120000"/>
                  </a:lnTo>
                  <a:lnTo>
                    <a:pt x="120000" y="119461"/>
                  </a:lnTo>
                  <a:lnTo>
                    <a:pt x="0" y="0"/>
                  </a:lnTo>
                  <a:lnTo>
                    <a:pt x="0" y="32849"/>
                  </a:lnTo>
                  <a:lnTo>
                    <a:pt x="0" y="32849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6"/>
            <p:cNvSpPr/>
            <p:nvPr/>
          </p:nvSpPr>
          <p:spPr>
            <a:xfrm>
              <a:off x="3175" y="5043487"/>
              <a:ext cx="9131300" cy="6572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913"/>
                  </a:moveTo>
                  <a:lnTo>
                    <a:pt x="120000" y="120000"/>
                  </a:lnTo>
                  <a:lnTo>
                    <a:pt x="120000" y="116521"/>
                  </a:lnTo>
                  <a:lnTo>
                    <a:pt x="0" y="0"/>
                  </a:lnTo>
                  <a:lnTo>
                    <a:pt x="0" y="13913"/>
                  </a:lnTo>
                  <a:lnTo>
                    <a:pt x="0" y="13913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6"/>
            <p:cNvSpPr/>
            <p:nvPr/>
          </p:nvSpPr>
          <p:spPr>
            <a:xfrm>
              <a:off x="2058986" y="0"/>
              <a:ext cx="7075487" cy="5043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19999"/>
                  </a:lnTo>
                  <a:lnTo>
                    <a:pt x="120000" y="119093"/>
                  </a:lnTo>
                  <a:lnTo>
                    <a:pt x="337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A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6"/>
            <p:cNvSpPr/>
            <p:nvPr/>
          </p:nvSpPr>
          <p:spPr>
            <a:xfrm>
              <a:off x="5272087" y="0"/>
              <a:ext cx="3862387" cy="4149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999" y="120000"/>
                  </a:lnTo>
                  <a:lnTo>
                    <a:pt x="119999" y="119724"/>
                  </a:lnTo>
                  <a:lnTo>
                    <a:pt x="326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6"/>
            <p:cNvSpPr/>
            <p:nvPr/>
          </p:nvSpPr>
          <p:spPr>
            <a:xfrm>
              <a:off x="6270625" y="0"/>
              <a:ext cx="2863849" cy="39115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32333" y="0"/>
                  </a:moveTo>
                  <a:lnTo>
                    <a:pt x="0" y="0"/>
                  </a:lnTo>
                  <a:lnTo>
                    <a:pt x="120000" y="120000"/>
                  </a:lnTo>
                  <a:lnTo>
                    <a:pt x="120000" y="109480"/>
                  </a:lnTo>
                  <a:lnTo>
                    <a:pt x="119600" y="109480"/>
                  </a:lnTo>
                  <a:lnTo>
                    <a:pt x="32333" y="0"/>
                  </a:lnTo>
                  <a:lnTo>
                    <a:pt x="32333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6"/>
            <p:cNvSpPr/>
            <p:nvPr/>
          </p:nvSpPr>
          <p:spPr>
            <a:xfrm>
              <a:off x="7173911" y="0"/>
              <a:ext cx="1960561" cy="32924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7917"/>
                  </a:lnTo>
                  <a:lnTo>
                    <a:pt x="40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8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6"/>
            <p:cNvSpPr/>
            <p:nvPr/>
          </p:nvSpPr>
          <p:spPr>
            <a:xfrm>
              <a:off x="7451725" y="0"/>
              <a:ext cx="1682749" cy="3073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9628"/>
                  </a:lnTo>
                  <a:lnTo>
                    <a:pt x="61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6"/>
            <p:cNvSpPr/>
            <p:nvPr/>
          </p:nvSpPr>
          <p:spPr>
            <a:xfrm>
              <a:off x="7907336" y="0"/>
              <a:ext cx="1227136" cy="23606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99" y="115642"/>
                  </a:moveTo>
                  <a:lnTo>
                    <a:pt x="6536" y="0"/>
                  </a:lnTo>
                  <a:lnTo>
                    <a:pt x="0" y="0"/>
                  </a:lnTo>
                  <a:lnTo>
                    <a:pt x="119999" y="120000"/>
                  </a:lnTo>
                  <a:lnTo>
                    <a:pt x="119999" y="115642"/>
                  </a:lnTo>
                  <a:lnTo>
                    <a:pt x="119999" y="115642"/>
                  </a:lnTo>
                  <a:close/>
                </a:path>
              </a:pathLst>
            </a:custGeom>
            <a:gradFill>
              <a:gsLst>
                <a:gs pos="0">
                  <a:srgbClr val="00007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1" name="Google Shape;201;p76"/>
            <p:cNvGrpSpPr/>
            <p:nvPr/>
          </p:nvGrpSpPr>
          <p:grpSpPr>
            <a:xfrm>
              <a:off x="0" y="2590800"/>
              <a:ext cx="9140824" cy="2949574"/>
              <a:chOff x="0" y="2590800"/>
              <a:chExt cx="9140824" cy="2949574"/>
            </a:xfrm>
          </p:grpSpPr>
          <p:sp>
            <p:nvSpPr>
              <p:cNvPr id="202" name="Google Shape;202;p76"/>
              <p:cNvSpPr/>
              <p:nvPr/>
            </p:nvSpPr>
            <p:spPr>
              <a:xfrm>
                <a:off x="0" y="2590800"/>
                <a:ext cx="5826124" cy="20843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33450"/>
                    </a:lnTo>
                    <a:lnTo>
                      <a:pt x="119212" y="120000"/>
                    </a:lnTo>
                    <a:lnTo>
                      <a:pt x="119606" y="112871"/>
                    </a:lnTo>
                    <a:lnTo>
                      <a:pt x="120000" y="10629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6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76"/>
              <p:cNvSpPr/>
              <p:nvPr/>
            </p:nvSpPr>
            <p:spPr>
              <a:xfrm>
                <a:off x="5788025" y="4437062"/>
                <a:ext cx="3352799" cy="110331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14820"/>
                    </a:moveTo>
                    <a:lnTo>
                      <a:pt x="1368" y="0"/>
                    </a:lnTo>
                    <a:lnTo>
                      <a:pt x="684" y="12431"/>
                    </a:lnTo>
                    <a:lnTo>
                      <a:pt x="0" y="25899"/>
                    </a:lnTo>
                    <a:lnTo>
                      <a:pt x="120000" y="120000"/>
                    </a:lnTo>
                    <a:lnTo>
                      <a:pt x="120000" y="114820"/>
                    </a:lnTo>
                    <a:lnTo>
                      <a:pt x="120000" y="11482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1717A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4" name="Google Shape;204;p76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5" name="Google Shape;205;p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76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7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" name="Google Shape;208;p7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77"/>
          <p:cNvGrpSpPr/>
          <p:nvPr/>
        </p:nvGrpSpPr>
        <p:grpSpPr>
          <a:xfrm>
            <a:off x="0" y="0"/>
            <a:ext cx="9144000" cy="6856412"/>
            <a:chOff x="0" y="0"/>
            <a:chExt cx="9143999" cy="6856412"/>
          </a:xfrm>
        </p:grpSpPr>
        <p:sp>
          <p:nvSpPr>
            <p:cNvPr id="211" name="Google Shape;211;p77"/>
            <p:cNvSpPr/>
            <p:nvPr/>
          </p:nvSpPr>
          <p:spPr>
            <a:xfrm>
              <a:off x="0" y="19050"/>
              <a:ext cx="9140825" cy="51958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6752" y="66581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63491" y="72520"/>
                  </a:lnTo>
                  <a:lnTo>
                    <a:pt x="120000" y="120000"/>
                  </a:lnTo>
                  <a:lnTo>
                    <a:pt x="120000" y="119780"/>
                  </a:lnTo>
                  <a:lnTo>
                    <a:pt x="66752" y="66581"/>
                  </a:lnTo>
                  <a:lnTo>
                    <a:pt x="66752" y="66581"/>
                  </a:lnTo>
                  <a:close/>
                </a:path>
              </a:pathLst>
            </a:custGeom>
            <a:gradFill>
              <a:gsLst>
                <a:gs pos="0">
                  <a:srgbClr val="00005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7"/>
            <p:cNvSpPr/>
            <p:nvPr/>
          </p:nvSpPr>
          <p:spPr>
            <a:xfrm>
              <a:off x="236537" y="0"/>
              <a:ext cx="8904287" cy="51482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7887" y="63422"/>
                  </a:moveTo>
                  <a:lnTo>
                    <a:pt x="9250" y="0"/>
                  </a:lnTo>
                  <a:lnTo>
                    <a:pt x="0" y="0"/>
                  </a:lnTo>
                  <a:lnTo>
                    <a:pt x="66235" y="66086"/>
                  </a:lnTo>
                  <a:lnTo>
                    <a:pt x="119999" y="120000"/>
                  </a:lnTo>
                  <a:lnTo>
                    <a:pt x="119999" y="119777"/>
                  </a:lnTo>
                  <a:lnTo>
                    <a:pt x="67887" y="63422"/>
                  </a:lnTo>
                  <a:lnTo>
                    <a:pt x="67887" y="63422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7"/>
            <p:cNvSpPr/>
            <p:nvPr/>
          </p:nvSpPr>
          <p:spPr>
            <a:xfrm>
              <a:off x="0" y="5449887"/>
              <a:ext cx="6410325" cy="3032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97500"/>
                  </a:moveTo>
                  <a:lnTo>
                    <a:pt x="120000" y="120000"/>
                  </a:lnTo>
                  <a:lnTo>
                    <a:pt x="120000" y="90000"/>
                  </a:lnTo>
                  <a:lnTo>
                    <a:pt x="0" y="0"/>
                  </a:lnTo>
                  <a:lnTo>
                    <a:pt x="0" y="97500"/>
                  </a:lnTo>
                  <a:lnTo>
                    <a:pt x="0" y="97500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7"/>
            <p:cNvSpPr/>
            <p:nvPr/>
          </p:nvSpPr>
          <p:spPr>
            <a:xfrm>
              <a:off x="6410325" y="5678487"/>
              <a:ext cx="2730500" cy="1031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9090"/>
                  </a:lnTo>
                  <a:lnTo>
                    <a:pt x="0" y="0"/>
                  </a:lnTo>
                  <a:lnTo>
                    <a:pt x="0" y="87272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7"/>
            <p:cNvSpPr/>
            <p:nvPr/>
          </p:nvSpPr>
          <p:spPr>
            <a:xfrm>
              <a:off x="0" y="5915025"/>
              <a:ext cx="7594599" cy="5222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28085"/>
                  </a:lnTo>
                  <a:lnTo>
                    <a:pt x="120000" y="0"/>
                  </a:lnTo>
                  <a:lnTo>
                    <a:pt x="0" y="39027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7D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7"/>
            <p:cNvSpPr/>
            <p:nvPr/>
          </p:nvSpPr>
          <p:spPr>
            <a:xfrm>
              <a:off x="7594600" y="5876925"/>
              <a:ext cx="1546225" cy="1603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57029"/>
                  </a:moveTo>
                  <a:lnTo>
                    <a:pt x="120000" y="0"/>
                  </a:lnTo>
                  <a:lnTo>
                    <a:pt x="0" y="28514"/>
                  </a:lnTo>
                  <a:lnTo>
                    <a:pt x="0" y="120000"/>
                  </a:lnTo>
                  <a:lnTo>
                    <a:pt x="120000" y="57029"/>
                  </a:lnTo>
                  <a:lnTo>
                    <a:pt x="120000" y="570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7"/>
            <p:cNvSpPr/>
            <p:nvPr/>
          </p:nvSpPr>
          <p:spPr>
            <a:xfrm>
              <a:off x="5745162" y="6056312"/>
              <a:ext cx="3395661" cy="314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94545"/>
                  </a:lnTo>
                  <a:lnTo>
                    <a:pt x="0" y="119999"/>
                  </a:lnTo>
                  <a:lnTo>
                    <a:pt x="120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7"/>
            <p:cNvSpPr/>
            <p:nvPr/>
          </p:nvSpPr>
          <p:spPr>
            <a:xfrm>
              <a:off x="0" y="6303962"/>
              <a:ext cx="5745161" cy="5524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0300" y="120000"/>
                  </a:lnTo>
                  <a:lnTo>
                    <a:pt x="120000" y="14482"/>
                  </a:lnTo>
                  <a:lnTo>
                    <a:pt x="120000" y="0"/>
                  </a:lnTo>
                  <a:lnTo>
                    <a:pt x="0" y="91034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7"/>
            <p:cNvSpPr/>
            <p:nvPr/>
          </p:nvSpPr>
          <p:spPr>
            <a:xfrm>
              <a:off x="3328987" y="6418262"/>
              <a:ext cx="3990975" cy="438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4028" y="120000"/>
                  </a:moveTo>
                  <a:lnTo>
                    <a:pt x="120000" y="88695"/>
                  </a:lnTo>
                  <a:lnTo>
                    <a:pt x="107747" y="0"/>
                  </a:lnTo>
                  <a:lnTo>
                    <a:pt x="0" y="120000"/>
                  </a:lnTo>
                  <a:lnTo>
                    <a:pt x="104028" y="120000"/>
                  </a:lnTo>
                  <a:lnTo>
                    <a:pt x="104028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77"/>
            <p:cNvSpPr/>
            <p:nvPr/>
          </p:nvSpPr>
          <p:spPr>
            <a:xfrm>
              <a:off x="6911975" y="6142037"/>
              <a:ext cx="2228850" cy="6000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40000"/>
                  </a:moveTo>
                  <a:lnTo>
                    <a:pt x="120000" y="0"/>
                  </a:lnTo>
                  <a:lnTo>
                    <a:pt x="0" y="55238"/>
                  </a:lnTo>
                  <a:lnTo>
                    <a:pt x="21950" y="120000"/>
                  </a:lnTo>
                  <a:lnTo>
                    <a:pt x="120000" y="40000"/>
                  </a:lnTo>
                  <a:lnTo>
                    <a:pt x="120000" y="4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8089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7"/>
            <p:cNvSpPr/>
            <p:nvPr/>
          </p:nvSpPr>
          <p:spPr>
            <a:xfrm>
              <a:off x="7985125" y="5002212"/>
              <a:ext cx="11557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3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7"/>
            <p:cNvSpPr/>
            <p:nvPr/>
          </p:nvSpPr>
          <p:spPr>
            <a:xfrm>
              <a:off x="0" y="2359025"/>
              <a:ext cx="7985125" cy="2652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167"/>
                  </a:moveTo>
                  <a:lnTo>
                    <a:pt x="120000" y="119999"/>
                  </a:lnTo>
                  <a:lnTo>
                    <a:pt x="120000" y="119569"/>
                  </a:lnTo>
                  <a:lnTo>
                    <a:pt x="0" y="0"/>
                  </a:lnTo>
                  <a:lnTo>
                    <a:pt x="0" y="5167"/>
                  </a:lnTo>
                  <a:lnTo>
                    <a:pt x="0" y="5167"/>
                  </a:lnTo>
                  <a:close/>
                </a:path>
              </a:pathLst>
            </a:custGeom>
            <a:gradFill>
              <a:gsLst>
                <a:gs pos="0">
                  <a:srgbClr val="000053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77"/>
            <p:cNvSpPr/>
            <p:nvPr/>
          </p:nvSpPr>
          <p:spPr>
            <a:xfrm>
              <a:off x="7985125" y="4840287"/>
              <a:ext cx="1155700" cy="5048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7735"/>
                  </a:lnTo>
                  <a:lnTo>
                    <a:pt x="0" y="0"/>
                  </a:lnTo>
                  <a:lnTo>
                    <a:pt x="0" y="20377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77"/>
            <p:cNvSpPr/>
            <p:nvPr/>
          </p:nvSpPr>
          <p:spPr>
            <a:xfrm>
              <a:off x="0" y="1454150"/>
              <a:ext cx="7985125" cy="34718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1718"/>
                  </a:moveTo>
                  <a:lnTo>
                    <a:pt x="120000" y="120000"/>
                  </a:lnTo>
                  <a:lnTo>
                    <a:pt x="120000" y="117038"/>
                  </a:lnTo>
                  <a:lnTo>
                    <a:pt x="0" y="0"/>
                  </a:lnTo>
                  <a:lnTo>
                    <a:pt x="0" y="21718"/>
                  </a:lnTo>
                  <a:lnTo>
                    <a:pt x="0" y="21718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77"/>
            <p:cNvSpPr/>
            <p:nvPr/>
          </p:nvSpPr>
          <p:spPr>
            <a:xfrm>
              <a:off x="3641725" y="0"/>
              <a:ext cx="5014911" cy="43259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17" y="119999"/>
                  </a:lnTo>
                  <a:lnTo>
                    <a:pt x="120000" y="118987"/>
                  </a:lnTo>
                  <a:lnTo>
                    <a:pt x="386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B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77"/>
            <p:cNvSpPr/>
            <p:nvPr/>
          </p:nvSpPr>
          <p:spPr>
            <a:xfrm>
              <a:off x="8628061" y="4289425"/>
              <a:ext cx="512762" cy="47466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5551"/>
                  </a:lnTo>
                  <a:lnTo>
                    <a:pt x="6687" y="0"/>
                  </a:lnTo>
                  <a:lnTo>
                    <a:pt x="0" y="923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F0F9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77"/>
            <p:cNvSpPr/>
            <p:nvPr/>
          </p:nvSpPr>
          <p:spPr>
            <a:xfrm>
              <a:off x="8694736" y="4108450"/>
              <a:ext cx="446086" cy="5318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61970"/>
                  </a:lnTo>
                  <a:lnTo>
                    <a:pt x="40996" y="0"/>
                  </a:lnTo>
                  <a:lnTo>
                    <a:pt x="0" y="32238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77"/>
            <p:cNvSpPr/>
            <p:nvPr/>
          </p:nvSpPr>
          <p:spPr>
            <a:xfrm>
              <a:off x="3895725" y="0"/>
              <a:ext cx="4951411" cy="4251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6310" y="120000"/>
                  </a:lnTo>
                  <a:lnTo>
                    <a:pt x="120000" y="115970"/>
                  </a:lnTo>
                  <a:lnTo>
                    <a:pt x="1472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7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7"/>
            <p:cNvSpPr/>
            <p:nvPr/>
          </p:nvSpPr>
          <p:spPr>
            <a:xfrm>
              <a:off x="8931275" y="4022725"/>
              <a:ext cx="209549" cy="2095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7"/>
            <p:cNvSpPr/>
            <p:nvPr/>
          </p:nvSpPr>
          <p:spPr>
            <a:xfrm>
              <a:off x="4940300" y="0"/>
              <a:ext cx="3990975" cy="4022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20000"/>
                  </a:lnTo>
                  <a:lnTo>
                    <a:pt x="314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7"/>
            <p:cNvSpPr/>
            <p:nvPr/>
          </p:nvSpPr>
          <p:spPr>
            <a:xfrm>
              <a:off x="5537200" y="0"/>
              <a:ext cx="3489325" cy="3937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45" y="120000"/>
                  </a:lnTo>
                  <a:lnTo>
                    <a:pt x="120000" y="119709"/>
                  </a:lnTo>
                  <a:lnTo>
                    <a:pt x="172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7"/>
            <p:cNvSpPr/>
            <p:nvPr/>
          </p:nvSpPr>
          <p:spPr>
            <a:xfrm>
              <a:off x="9007475" y="3927475"/>
              <a:ext cx="133349" cy="152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2500"/>
                  </a:lnTo>
                  <a:lnTo>
                    <a:pt x="17142" y="0"/>
                  </a:lnTo>
                  <a:lnTo>
                    <a:pt x="0" y="75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1717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7"/>
            <p:cNvSpPr/>
            <p:nvPr/>
          </p:nvSpPr>
          <p:spPr>
            <a:xfrm>
              <a:off x="8894761" y="1349375"/>
              <a:ext cx="246062" cy="819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47441"/>
                  </a:lnTo>
                  <a:lnTo>
                    <a:pt x="59612" y="0"/>
                  </a:lnTo>
                  <a:lnTo>
                    <a:pt x="0" y="44651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7"/>
            <p:cNvSpPr/>
            <p:nvPr/>
          </p:nvSpPr>
          <p:spPr>
            <a:xfrm>
              <a:off x="8107361" y="0"/>
              <a:ext cx="909637" cy="16541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03902" y="120000"/>
                  </a:lnTo>
                  <a:lnTo>
                    <a:pt x="120000" y="97909"/>
                  </a:lnTo>
                  <a:lnTo>
                    <a:pt x="5247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7"/>
            <p:cNvSpPr/>
            <p:nvPr/>
          </p:nvSpPr>
          <p:spPr>
            <a:xfrm>
              <a:off x="8589961" y="0"/>
              <a:ext cx="541337" cy="12636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0674" y="0"/>
                  </a:moveTo>
                  <a:lnTo>
                    <a:pt x="0" y="0"/>
                  </a:lnTo>
                  <a:lnTo>
                    <a:pt x="100997" y="120000"/>
                  </a:lnTo>
                  <a:lnTo>
                    <a:pt x="119999" y="98318"/>
                  </a:lnTo>
                  <a:lnTo>
                    <a:pt x="50674" y="0"/>
                  </a:lnTo>
                  <a:lnTo>
                    <a:pt x="50674" y="0"/>
                  </a:lnTo>
                  <a:close/>
                </a:path>
              </a:pathLst>
            </a:custGeom>
            <a:gradFill>
              <a:gsLst>
                <a:gs pos="0">
                  <a:srgbClr val="000059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7"/>
            <p:cNvSpPr/>
            <p:nvPr/>
          </p:nvSpPr>
          <p:spPr>
            <a:xfrm>
              <a:off x="9045575" y="1036637"/>
              <a:ext cx="95250" cy="4937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5384"/>
                  </a:moveTo>
                  <a:lnTo>
                    <a:pt x="120000" y="120000"/>
                  </a:lnTo>
                  <a:lnTo>
                    <a:pt x="120000" y="2307"/>
                  </a:lnTo>
                  <a:lnTo>
                    <a:pt x="108000" y="0"/>
                  </a:lnTo>
                  <a:lnTo>
                    <a:pt x="0" y="55384"/>
                  </a:lnTo>
                  <a:lnTo>
                    <a:pt x="0" y="553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7"/>
            <p:cNvSpPr/>
            <p:nvPr/>
          </p:nvSpPr>
          <p:spPr>
            <a:xfrm>
              <a:off x="3175" y="2541586"/>
              <a:ext cx="9131300" cy="2959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3884"/>
                  </a:moveTo>
                  <a:lnTo>
                    <a:pt x="120000" y="120000"/>
                  </a:lnTo>
                  <a:lnTo>
                    <a:pt x="120000" y="118068"/>
                  </a:lnTo>
                  <a:lnTo>
                    <a:pt x="0" y="0"/>
                  </a:lnTo>
                  <a:lnTo>
                    <a:pt x="0" y="23884"/>
                  </a:lnTo>
                  <a:lnTo>
                    <a:pt x="0" y="23884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7"/>
            <p:cNvSpPr/>
            <p:nvPr/>
          </p:nvSpPr>
          <p:spPr>
            <a:xfrm>
              <a:off x="9134475" y="5529262"/>
              <a:ext cx="9524" cy="95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120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7"/>
            <p:cNvSpPr/>
            <p:nvPr/>
          </p:nvSpPr>
          <p:spPr>
            <a:xfrm>
              <a:off x="3175" y="3416300"/>
              <a:ext cx="9131300" cy="2122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2849"/>
                  </a:moveTo>
                  <a:lnTo>
                    <a:pt x="120000" y="120000"/>
                  </a:lnTo>
                  <a:lnTo>
                    <a:pt x="120000" y="119461"/>
                  </a:lnTo>
                  <a:lnTo>
                    <a:pt x="0" y="0"/>
                  </a:lnTo>
                  <a:lnTo>
                    <a:pt x="0" y="32849"/>
                  </a:lnTo>
                  <a:lnTo>
                    <a:pt x="0" y="32849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7"/>
            <p:cNvSpPr/>
            <p:nvPr/>
          </p:nvSpPr>
          <p:spPr>
            <a:xfrm>
              <a:off x="3175" y="5043487"/>
              <a:ext cx="9131300" cy="6572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913"/>
                  </a:moveTo>
                  <a:lnTo>
                    <a:pt x="120000" y="120000"/>
                  </a:lnTo>
                  <a:lnTo>
                    <a:pt x="120000" y="116521"/>
                  </a:lnTo>
                  <a:lnTo>
                    <a:pt x="0" y="0"/>
                  </a:lnTo>
                  <a:lnTo>
                    <a:pt x="0" y="13913"/>
                  </a:lnTo>
                  <a:lnTo>
                    <a:pt x="0" y="13913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7"/>
            <p:cNvSpPr/>
            <p:nvPr/>
          </p:nvSpPr>
          <p:spPr>
            <a:xfrm>
              <a:off x="2058986" y="0"/>
              <a:ext cx="7075487" cy="5043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19999"/>
                  </a:lnTo>
                  <a:lnTo>
                    <a:pt x="120000" y="119093"/>
                  </a:lnTo>
                  <a:lnTo>
                    <a:pt x="337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A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77"/>
            <p:cNvSpPr/>
            <p:nvPr/>
          </p:nvSpPr>
          <p:spPr>
            <a:xfrm>
              <a:off x="5272087" y="0"/>
              <a:ext cx="3862387" cy="4149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999" y="120000"/>
                  </a:lnTo>
                  <a:lnTo>
                    <a:pt x="119999" y="119724"/>
                  </a:lnTo>
                  <a:lnTo>
                    <a:pt x="326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77"/>
            <p:cNvSpPr/>
            <p:nvPr/>
          </p:nvSpPr>
          <p:spPr>
            <a:xfrm>
              <a:off x="6270625" y="0"/>
              <a:ext cx="2863849" cy="39115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32333" y="0"/>
                  </a:moveTo>
                  <a:lnTo>
                    <a:pt x="0" y="0"/>
                  </a:lnTo>
                  <a:lnTo>
                    <a:pt x="120000" y="120000"/>
                  </a:lnTo>
                  <a:lnTo>
                    <a:pt x="120000" y="109480"/>
                  </a:lnTo>
                  <a:lnTo>
                    <a:pt x="119600" y="109480"/>
                  </a:lnTo>
                  <a:lnTo>
                    <a:pt x="32333" y="0"/>
                  </a:lnTo>
                  <a:lnTo>
                    <a:pt x="32333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7"/>
            <p:cNvSpPr/>
            <p:nvPr/>
          </p:nvSpPr>
          <p:spPr>
            <a:xfrm>
              <a:off x="7173911" y="0"/>
              <a:ext cx="1960561" cy="32924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7917"/>
                  </a:lnTo>
                  <a:lnTo>
                    <a:pt x="40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8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77"/>
            <p:cNvSpPr/>
            <p:nvPr/>
          </p:nvSpPr>
          <p:spPr>
            <a:xfrm>
              <a:off x="7451725" y="0"/>
              <a:ext cx="1682749" cy="3073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9628"/>
                  </a:lnTo>
                  <a:lnTo>
                    <a:pt x="61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77"/>
            <p:cNvSpPr/>
            <p:nvPr/>
          </p:nvSpPr>
          <p:spPr>
            <a:xfrm>
              <a:off x="7907336" y="0"/>
              <a:ext cx="1227136" cy="23606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99" y="115642"/>
                  </a:moveTo>
                  <a:lnTo>
                    <a:pt x="6536" y="0"/>
                  </a:lnTo>
                  <a:lnTo>
                    <a:pt x="0" y="0"/>
                  </a:lnTo>
                  <a:lnTo>
                    <a:pt x="119999" y="120000"/>
                  </a:lnTo>
                  <a:lnTo>
                    <a:pt x="119999" y="115642"/>
                  </a:lnTo>
                  <a:lnTo>
                    <a:pt x="119999" y="115642"/>
                  </a:lnTo>
                  <a:close/>
                </a:path>
              </a:pathLst>
            </a:custGeom>
            <a:gradFill>
              <a:gsLst>
                <a:gs pos="0">
                  <a:srgbClr val="00007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77"/>
            <p:cNvGrpSpPr/>
            <p:nvPr/>
          </p:nvGrpSpPr>
          <p:grpSpPr>
            <a:xfrm>
              <a:off x="0" y="2590800"/>
              <a:ext cx="9140824" cy="2949574"/>
              <a:chOff x="0" y="2590800"/>
              <a:chExt cx="9140824" cy="2949574"/>
            </a:xfrm>
          </p:grpSpPr>
          <p:sp>
            <p:nvSpPr>
              <p:cNvPr id="248" name="Google Shape;248;p77"/>
              <p:cNvSpPr/>
              <p:nvPr/>
            </p:nvSpPr>
            <p:spPr>
              <a:xfrm>
                <a:off x="0" y="2590800"/>
                <a:ext cx="5826124" cy="20843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33450"/>
                    </a:lnTo>
                    <a:lnTo>
                      <a:pt x="119212" y="120000"/>
                    </a:lnTo>
                    <a:lnTo>
                      <a:pt x="119606" y="112871"/>
                    </a:lnTo>
                    <a:lnTo>
                      <a:pt x="120000" y="10629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6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77"/>
              <p:cNvSpPr/>
              <p:nvPr/>
            </p:nvSpPr>
            <p:spPr>
              <a:xfrm>
                <a:off x="5788025" y="4437062"/>
                <a:ext cx="3352799" cy="110331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14820"/>
                    </a:moveTo>
                    <a:lnTo>
                      <a:pt x="1368" y="0"/>
                    </a:lnTo>
                    <a:lnTo>
                      <a:pt x="684" y="12431"/>
                    </a:lnTo>
                    <a:lnTo>
                      <a:pt x="0" y="25899"/>
                    </a:lnTo>
                    <a:lnTo>
                      <a:pt x="120000" y="120000"/>
                    </a:lnTo>
                    <a:lnTo>
                      <a:pt x="120000" y="114820"/>
                    </a:lnTo>
                    <a:lnTo>
                      <a:pt x="120000" y="11482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1717A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0" name="Google Shape;250;p77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1" name="Google Shape;251;p7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" name="Google Shape;252;p77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7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" name="Google Shape;254;p77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78"/>
          <p:cNvGrpSpPr/>
          <p:nvPr/>
        </p:nvGrpSpPr>
        <p:grpSpPr>
          <a:xfrm>
            <a:off x="0" y="0"/>
            <a:ext cx="9144000" cy="6856412"/>
            <a:chOff x="0" y="0"/>
            <a:chExt cx="9143999" cy="6856412"/>
          </a:xfrm>
        </p:grpSpPr>
        <p:sp>
          <p:nvSpPr>
            <p:cNvPr id="257" name="Google Shape;257;p78"/>
            <p:cNvSpPr/>
            <p:nvPr/>
          </p:nvSpPr>
          <p:spPr>
            <a:xfrm>
              <a:off x="0" y="19050"/>
              <a:ext cx="9140825" cy="51958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6752" y="66581"/>
                  </a:moveTo>
                  <a:lnTo>
                    <a:pt x="0" y="0"/>
                  </a:lnTo>
                  <a:lnTo>
                    <a:pt x="0" y="19138"/>
                  </a:lnTo>
                  <a:lnTo>
                    <a:pt x="63491" y="72520"/>
                  </a:lnTo>
                  <a:lnTo>
                    <a:pt x="120000" y="120000"/>
                  </a:lnTo>
                  <a:lnTo>
                    <a:pt x="120000" y="119780"/>
                  </a:lnTo>
                  <a:lnTo>
                    <a:pt x="66752" y="66581"/>
                  </a:lnTo>
                  <a:lnTo>
                    <a:pt x="66752" y="66581"/>
                  </a:lnTo>
                  <a:close/>
                </a:path>
              </a:pathLst>
            </a:custGeom>
            <a:gradFill>
              <a:gsLst>
                <a:gs pos="0">
                  <a:srgbClr val="00005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78"/>
            <p:cNvSpPr/>
            <p:nvPr/>
          </p:nvSpPr>
          <p:spPr>
            <a:xfrm>
              <a:off x="236537" y="0"/>
              <a:ext cx="8904287" cy="51482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7887" y="63422"/>
                  </a:moveTo>
                  <a:lnTo>
                    <a:pt x="9250" y="0"/>
                  </a:lnTo>
                  <a:lnTo>
                    <a:pt x="0" y="0"/>
                  </a:lnTo>
                  <a:lnTo>
                    <a:pt x="66235" y="66086"/>
                  </a:lnTo>
                  <a:lnTo>
                    <a:pt x="119999" y="120000"/>
                  </a:lnTo>
                  <a:lnTo>
                    <a:pt x="119999" y="119777"/>
                  </a:lnTo>
                  <a:lnTo>
                    <a:pt x="67887" y="63422"/>
                  </a:lnTo>
                  <a:lnTo>
                    <a:pt x="67887" y="63422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78"/>
            <p:cNvSpPr/>
            <p:nvPr/>
          </p:nvSpPr>
          <p:spPr>
            <a:xfrm>
              <a:off x="0" y="5449887"/>
              <a:ext cx="6410325" cy="3032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97500"/>
                  </a:moveTo>
                  <a:lnTo>
                    <a:pt x="120000" y="120000"/>
                  </a:lnTo>
                  <a:lnTo>
                    <a:pt x="120000" y="90000"/>
                  </a:lnTo>
                  <a:lnTo>
                    <a:pt x="0" y="0"/>
                  </a:lnTo>
                  <a:lnTo>
                    <a:pt x="0" y="97500"/>
                  </a:lnTo>
                  <a:lnTo>
                    <a:pt x="0" y="97500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78"/>
            <p:cNvSpPr/>
            <p:nvPr/>
          </p:nvSpPr>
          <p:spPr>
            <a:xfrm>
              <a:off x="6410325" y="5678487"/>
              <a:ext cx="2730500" cy="1031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9090"/>
                  </a:lnTo>
                  <a:lnTo>
                    <a:pt x="0" y="0"/>
                  </a:lnTo>
                  <a:lnTo>
                    <a:pt x="0" y="87272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78"/>
            <p:cNvSpPr/>
            <p:nvPr/>
          </p:nvSpPr>
          <p:spPr>
            <a:xfrm>
              <a:off x="0" y="5915025"/>
              <a:ext cx="7594599" cy="52228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20000" y="28085"/>
                  </a:lnTo>
                  <a:lnTo>
                    <a:pt x="120000" y="0"/>
                  </a:lnTo>
                  <a:lnTo>
                    <a:pt x="0" y="39027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7D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78"/>
            <p:cNvSpPr/>
            <p:nvPr/>
          </p:nvSpPr>
          <p:spPr>
            <a:xfrm>
              <a:off x="7594600" y="5876925"/>
              <a:ext cx="1546225" cy="1603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57029"/>
                  </a:moveTo>
                  <a:lnTo>
                    <a:pt x="120000" y="0"/>
                  </a:lnTo>
                  <a:lnTo>
                    <a:pt x="0" y="28514"/>
                  </a:lnTo>
                  <a:lnTo>
                    <a:pt x="0" y="120000"/>
                  </a:lnTo>
                  <a:lnTo>
                    <a:pt x="120000" y="57029"/>
                  </a:lnTo>
                  <a:lnTo>
                    <a:pt x="120000" y="570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78"/>
            <p:cNvSpPr/>
            <p:nvPr/>
          </p:nvSpPr>
          <p:spPr>
            <a:xfrm>
              <a:off x="5745162" y="6056312"/>
              <a:ext cx="3395661" cy="314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94545"/>
                  </a:lnTo>
                  <a:lnTo>
                    <a:pt x="0" y="119999"/>
                  </a:lnTo>
                  <a:lnTo>
                    <a:pt x="12000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78"/>
            <p:cNvSpPr/>
            <p:nvPr/>
          </p:nvSpPr>
          <p:spPr>
            <a:xfrm>
              <a:off x="0" y="6303962"/>
              <a:ext cx="5745161" cy="5524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0300" y="120000"/>
                  </a:lnTo>
                  <a:lnTo>
                    <a:pt x="120000" y="14482"/>
                  </a:lnTo>
                  <a:lnTo>
                    <a:pt x="120000" y="0"/>
                  </a:lnTo>
                  <a:lnTo>
                    <a:pt x="0" y="91034"/>
                  </a:lnTo>
                  <a:lnTo>
                    <a:pt x="0" y="120000"/>
                  </a:lnTo>
                  <a:lnTo>
                    <a:pt x="0" y="12000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78"/>
            <p:cNvSpPr/>
            <p:nvPr/>
          </p:nvSpPr>
          <p:spPr>
            <a:xfrm>
              <a:off x="3328987" y="6418262"/>
              <a:ext cx="3990975" cy="438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4028" y="120000"/>
                  </a:moveTo>
                  <a:lnTo>
                    <a:pt x="120000" y="88695"/>
                  </a:lnTo>
                  <a:lnTo>
                    <a:pt x="107747" y="0"/>
                  </a:lnTo>
                  <a:lnTo>
                    <a:pt x="0" y="120000"/>
                  </a:lnTo>
                  <a:lnTo>
                    <a:pt x="104028" y="120000"/>
                  </a:lnTo>
                  <a:lnTo>
                    <a:pt x="104028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78"/>
            <p:cNvSpPr/>
            <p:nvPr/>
          </p:nvSpPr>
          <p:spPr>
            <a:xfrm>
              <a:off x="6911975" y="6142037"/>
              <a:ext cx="2228850" cy="6000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40000"/>
                  </a:moveTo>
                  <a:lnTo>
                    <a:pt x="120000" y="0"/>
                  </a:lnTo>
                  <a:lnTo>
                    <a:pt x="0" y="55238"/>
                  </a:lnTo>
                  <a:lnTo>
                    <a:pt x="21950" y="120000"/>
                  </a:lnTo>
                  <a:lnTo>
                    <a:pt x="120000" y="40000"/>
                  </a:lnTo>
                  <a:lnTo>
                    <a:pt x="120000" y="4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8089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78"/>
            <p:cNvSpPr/>
            <p:nvPr/>
          </p:nvSpPr>
          <p:spPr>
            <a:xfrm>
              <a:off x="7985125" y="5002212"/>
              <a:ext cx="11557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3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78"/>
            <p:cNvSpPr/>
            <p:nvPr/>
          </p:nvSpPr>
          <p:spPr>
            <a:xfrm>
              <a:off x="0" y="2359025"/>
              <a:ext cx="7985125" cy="2652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167"/>
                  </a:moveTo>
                  <a:lnTo>
                    <a:pt x="120000" y="119999"/>
                  </a:lnTo>
                  <a:lnTo>
                    <a:pt x="120000" y="119569"/>
                  </a:lnTo>
                  <a:lnTo>
                    <a:pt x="0" y="0"/>
                  </a:lnTo>
                  <a:lnTo>
                    <a:pt x="0" y="5167"/>
                  </a:lnTo>
                  <a:lnTo>
                    <a:pt x="0" y="5167"/>
                  </a:lnTo>
                  <a:close/>
                </a:path>
              </a:pathLst>
            </a:custGeom>
            <a:gradFill>
              <a:gsLst>
                <a:gs pos="0">
                  <a:srgbClr val="000053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78"/>
            <p:cNvSpPr/>
            <p:nvPr/>
          </p:nvSpPr>
          <p:spPr>
            <a:xfrm>
              <a:off x="7985125" y="4840287"/>
              <a:ext cx="1155700" cy="5048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7735"/>
                  </a:lnTo>
                  <a:lnTo>
                    <a:pt x="0" y="0"/>
                  </a:lnTo>
                  <a:lnTo>
                    <a:pt x="0" y="20377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78"/>
            <p:cNvSpPr/>
            <p:nvPr/>
          </p:nvSpPr>
          <p:spPr>
            <a:xfrm>
              <a:off x="0" y="1454150"/>
              <a:ext cx="7985125" cy="347186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1718"/>
                  </a:moveTo>
                  <a:lnTo>
                    <a:pt x="120000" y="120000"/>
                  </a:lnTo>
                  <a:lnTo>
                    <a:pt x="120000" y="117038"/>
                  </a:lnTo>
                  <a:lnTo>
                    <a:pt x="0" y="0"/>
                  </a:lnTo>
                  <a:lnTo>
                    <a:pt x="0" y="21718"/>
                  </a:lnTo>
                  <a:lnTo>
                    <a:pt x="0" y="21718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78"/>
            <p:cNvSpPr/>
            <p:nvPr/>
          </p:nvSpPr>
          <p:spPr>
            <a:xfrm>
              <a:off x="3641725" y="0"/>
              <a:ext cx="5014911" cy="432593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17" y="119999"/>
                  </a:lnTo>
                  <a:lnTo>
                    <a:pt x="120000" y="118987"/>
                  </a:lnTo>
                  <a:lnTo>
                    <a:pt x="386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B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8"/>
            <p:cNvSpPr/>
            <p:nvPr/>
          </p:nvSpPr>
          <p:spPr>
            <a:xfrm>
              <a:off x="8628061" y="4289425"/>
              <a:ext cx="512762" cy="47466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05551"/>
                  </a:lnTo>
                  <a:lnTo>
                    <a:pt x="6687" y="0"/>
                  </a:lnTo>
                  <a:lnTo>
                    <a:pt x="0" y="923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F0F9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78"/>
            <p:cNvSpPr/>
            <p:nvPr/>
          </p:nvSpPr>
          <p:spPr>
            <a:xfrm>
              <a:off x="8694736" y="4108450"/>
              <a:ext cx="446086" cy="5318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61970"/>
                  </a:lnTo>
                  <a:lnTo>
                    <a:pt x="40996" y="0"/>
                  </a:lnTo>
                  <a:lnTo>
                    <a:pt x="0" y="32238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8"/>
            <p:cNvSpPr/>
            <p:nvPr/>
          </p:nvSpPr>
          <p:spPr>
            <a:xfrm>
              <a:off x="3895725" y="0"/>
              <a:ext cx="4951411" cy="42513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6310" y="120000"/>
                  </a:lnTo>
                  <a:lnTo>
                    <a:pt x="120000" y="115970"/>
                  </a:lnTo>
                  <a:lnTo>
                    <a:pt x="1472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7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78"/>
            <p:cNvSpPr/>
            <p:nvPr/>
          </p:nvSpPr>
          <p:spPr>
            <a:xfrm>
              <a:off x="8931275" y="4022725"/>
              <a:ext cx="209549" cy="20954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8"/>
            <p:cNvSpPr/>
            <p:nvPr/>
          </p:nvSpPr>
          <p:spPr>
            <a:xfrm>
              <a:off x="4940300" y="0"/>
              <a:ext cx="3990975" cy="4022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20000"/>
                  </a:lnTo>
                  <a:lnTo>
                    <a:pt x="314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78"/>
            <p:cNvSpPr/>
            <p:nvPr/>
          </p:nvSpPr>
          <p:spPr>
            <a:xfrm>
              <a:off x="5537200" y="0"/>
              <a:ext cx="3489325" cy="3937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345" y="120000"/>
                  </a:lnTo>
                  <a:lnTo>
                    <a:pt x="120000" y="119709"/>
                  </a:lnTo>
                  <a:lnTo>
                    <a:pt x="172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8"/>
            <p:cNvSpPr/>
            <p:nvPr/>
          </p:nvSpPr>
          <p:spPr>
            <a:xfrm>
              <a:off x="9007475" y="3927475"/>
              <a:ext cx="133349" cy="152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112500"/>
                  </a:lnTo>
                  <a:lnTo>
                    <a:pt x="17142" y="0"/>
                  </a:lnTo>
                  <a:lnTo>
                    <a:pt x="0" y="75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1717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78"/>
            <p:cNvSpPr/>
            <p:nvPr/>
          </p:nvSpPr>
          <p:spPr>
            <a:xfrm>
              <a:off x="8894761" y="1349375"/>
              <a:ext cx="246062" cy="8191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20000" y="47441"/>
                  </a:lnTo>
                  <a:lnTo>
                    <a:pt x="59612" y="0"/>
                  </a:lnTo>
                  <a:lnTo>
                    <a:pt x="0" y="44651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8"/>
            <p:cNvSpPr/>
            <p:nvPr/>
          </p:nvSpPr>
          <p:spPr>
            <a:xfrm>
              <a:off x="8107361" y="0"/>
              <a:ext cx="909637" cy="16541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03902" y="120000"/>
                  </a:lnTo>
                  <a:lnTo>
                    <a:pt x="120000" y="97909"/>
                  </a:lnTo>
                  <a:lnTo>
                    <a:pt x="5247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78"/>
            <p:cNvSpPr/>
            <p:nvPr/>
          </p:nvSpPr>
          <p:spPr>
            <a:xfrm>
              <a:off x="8589961" y="0"/>
              <a:ext cx="541337" cy="12636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0674" y="0"/>
                  </a:moveTo>
                  <a:lnTo>
                    <a:pt x="0" y="0"/>
                  </a:lnTo>
                  <a:lnTo>
                    <a:pt x="100997" y="120000"/>
                  </a:lnTo>
                  <a:lnTo>
                    <a:pt x="119999" y="98318"/>
                  </a:lnTo>
                  <a:lnTo>
                    <a:pt x="50674" y="0"/>
                  </a:lnTo>
                  <a:lnTo>
                    <a:pt x="50674" y="0"/>
                  </a:lnTo>
                  <a:close/>
                </a:path>
              </a:pathLst>
            </a:custGeom>
            <a:gradFill>
              <a:gsLst>
                <a:gs pos="0">
                  <a:srgbClr val="000059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78"/>
            <p:cNvSpPr/>
            <p:nvPr/>
          </p:nvSpPr>
          <p:spPr>
            <a:xfrm>
              <a:off x="9045575" y="1036637"/>
              <a:ext cx="95250" cy="4937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5384"/>
                  </a:moveTo>
                  <a:lnTo>
                    <a:pt x="120000" y="120000"/>
                  </a:lnTo>
                  <a:lnTo>
                    <a:pt x="120000" y="2307"/>
                  </a:lnTo>
                  <a:lnTo>
                    <a:pt x="108000" y="0"/>
                  </a:lnTo>
                  <a:lnTo>
                    <a:pt x="0" y="55384"/>
                  </a:lnTo>
                  <a:lnTo>
                    <a:pt x="0" y="553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8"/>
            <p:cNvSpPr/>
            <p:nvPr/>
          </p:nvSpPr>
          <p:spPr>
            <a:xfrm>
              <a:off x="3175" y="2541586"/>
              <a:ext cx="9131300" cy="2959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3884"/>
                  </a:moveTo>
                  <a:lnTo>
                    <a:pt x="120000" y="120000"/>
                  </a:lnTo>
                  <a:lnTo>
                    <a:pt x="120000" y="118068"/>
                  </a:lnTo>
                  <a:lnTo>
                    <a:pt x="0" y="0"/>
                  </a:lnTo>
                  <a:lnTo>
                    <a:pt x="0" y="23884"/>
                  </a:lnTo>
                  <a:lnTo>
                    <a:pt x="0" y="23884"/>
                  </a:lnTo>
                  <a:close/>
                </a:path>
              </a:pathLst>
            </a:custGeom>
            <a:gradFill>
              <a:gsLst>
                <a:gs pos="0">
                  <a:srgbClr val="000061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8"/>
            <p:cNvSpPr/>
            <p:nvPr/>
          </p:nvSpPr>
          <p:spPr>
            <a:xfrm>
              <a:off x="9134475" y="5529262"/>
              <a:ext cx="9524" cy="95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0" y="0"/>
                  </a:lnTo>
                  <a:lnTo>
                    <a:pt x="0" y="120000"/>
                  </a:lnTo>
                  <a:lnTo>
                    <a:pt x="12000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78"/>
            <p:cNvSpPr/>
            <p:nvPr/>
          </p:nvSpPr>
          <p:spPr>
            <a:xfrm>
              <a:off x="3175" y="3416300"/>
              <a:ext cx="9131300" cy="2122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2849"/>
                  </a:moveTo>
                  <a:lnTo>
                    <a:pt x="120000" y="120000"/>
                  </a:lnTo>
                  <a:lnTo>
                    <a:pt x="120000" y="119461"/>
                  </a:lnTo>
                  <a:lnTo>
                    <a:pt x="0" y="0"/>
                  </a:lnTo>
                  <a:lnTo>
                    <a:pt x="0" y="32849"/>
                  </a:lnTo>
                  <a:lnTo>
                    <a:pt x="0" y="32849"/>
                  </a:lnTo>
                  <a:close/>
                </a:path>
              </a:pathLst>
            </a:custGeom>
            <a:gradFill>
              <a:gsLst>
                <a:gs pos="0">
                  <a:srgbClr val="00005D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8"/>
            <p:cNvSpPr/>
            <p:nvPr/>
          </p:nvSpPr>
          <p:spPr>
            <a:xfrm>
              <a:off x="3175" y="5043487"/>
              <a:ext cx="9131300" cy="6572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913"/>
                  </a:moveTo>
                  <a:lnTo>
                    <a:pt x="120000" y="120000"/>
                  </a:lnTo>
                  <a:lnTo>
                    <a:pt x="120000" y="116521"/>
                  </a:lnTo>
                  <a:lnTo>
                    <a:pt x="0" y="0"/>
                  </a:lnTo>
                  <a:lnTo>
                    <a:pt x="0" y="13913"/>
                  </a:lnTo>
                  <a:lnTo>
                    <a:pt x="0" y="13913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8"/>
            <p:cNvSpPr/>
            <p:nvPr/>
          </p:nvSpPr>
          <p:spPr>
            <a:xfrm>
              <a:off x="2058986" y="0"/>
              <a:ext cx="7075487" cy="504348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19999"/>
                  </a:lnTo>
                  <a:lnTo>
                    <a:pt x="120000" y="119093"/>
                  </a:lnTo>
                  <a:lnTo>
                    <a:pt x="337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4A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78"/>
            <p:cNvSpPr/>
            <p:nvPr/>
          </p:nvSpPr>
          <p:spPr>
            <a:xfrm>
              <a:off x="5272087" y="0"/>
              <a:ext cx="3862387" cy="414972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19999" y="120000"/>
                  </a:lnTo>
                  <a:lnTo>
                    <a:pt x="119999" y="119724"/>
                  </a:lnTo>
                  <a:lnTo>
                    <a:pt x="326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78"/>
            <p:cNvSpPr/>
            <p:nvPr/>
          </p:nvSpPr>
          <p:spPr>
            <a:xfrm>
              <a:off x="6270625" y="0"/>
              <a:ext cx="2863849" cy="39115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32333" y="0"/>
                  </a:moveTo>
                  <a:lnTo>
                    <a:pt x="0" y="0"/>
                  </a:lnTo>
                  <a:lnTo>
                    <a:pt x="120000" y="120000"/>
                  </a:lnTo>
                  <a:lnTo>
                    <a:pt x="120000" y="109480"/>
                  </a:lnTo>
                  <a:lnTo>
                    <a:pt x="119600" y="109480"/>
                  </a:lnTo>
                  <a:lnTo>
                    <a:pt x="32333" y="0"/>
                  </a:lnTo>
                  <a:lnTo>
                    <a:pt x="32333" y="0"/>
                  </a:lnTo>
                  <a:close/>
                </a:path>
              </a:pathLst>
            </a:custGeom>
            <a:gradFill>
              <a:gsLst>
                <a:gs pos="0">
                  <a:srgbClr val="000065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78"/>
            <p:cNvSpPr/>
            <p:nvPr/>
          </p:nvSpPr>
          <p:spPr>
            <a:xfrm>
              <a:off x="7173911" y="0"/>
              <a:ext cx="1960561" cy="329247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7917"/>
                  </a:lnTo>
                  <a:lnTo>
                    <a:pt x="409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58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8"/>
            <p:cNvSpPr/>
            <p:nvPr/>
          </p:nvSpPr>
          <p:spPr>
            <a:xfrm>
              <a:off x="7451725" y="0"/>
              <a:ext cx="1682749" cy="30733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  <a:lnTo>
                    <a:pt x="120000" y="119628"/>
                  </a:lnTo>
                  <a:lnTo>
                    <a:pt x="612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6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78"/>
            <p:cNvSpPr/>
            <p:nvPr/>
          </p:nvSpPr>
          <p:spPr>
            <a:xfrm>
              <a:off x="7907336" y="0"/>
              <a:ext cx="1227136" cy="23606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99" y="115642"/>
                  </a:moveTo>
                  <a:lnTo>
                    <a:pt x="6536" y="0"/>
                  </a:lnTo>
                  <a:lnTo>
                    <a:pt x="0" y="0"/>
                  </a:lnTo>
                  <a:lnTo>
                    <a:pt x="119999" y="120000"/>
                  </a:lnTo>
                  <a:lnTo>
                    <a:pt x="119999" y="115642"/>
                  </a:lnTo>
                  <a:lnTo>
                    <a:pt x="119999" y="115642"/>
                  </a:lnTo>
                  <a:close/>
                </a:path>
              </a:pathLst>
            </a:custGeom>
            <a:gradFill>
              <a:gsLst>
                <a:gs pos="0">
                  <a:srgbClr val="00007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3" name="Google Shape;293;p78"/>
            <p:cNvGrpSpPr/>
            <p:nvPr/>
          </p:nvGrpSpPr>
          <p:grpSpPr>
            <a:xfrm>
              <a:off x="0" y="2590800"/>
              <a:ext cx="9140824" cy="2949574"/>
              <a:chOff x="0" y="2590800"/>
              <a:chExt cx="9140824" cy="2949574"/>
            </a:xfrm>
          </p:grpSpPr>
          <p:sp>
            <p:nvSpPr>
              <p:cNvPr id="294" name="Google Shape;294;p78"/>
              <p:cNvSpPr/>
              <p:nvPr/>
            </p:nvSpPr>
            <p:spPr>
              <a:xfrm>
                <a:off x="0" y="2590800"/>
                <a:ext cx="5826124" cy="20843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33450"/>
                    </a:lnTo>
                    <a:lnTo>
                      <a:pt x="119212" y="120000"/>
                    </a:lnTo>
                    <a:lnTo>
                      <a:pt x="119606" y="112871"/>
                    </a:lnTo>
                    <a:lnTo>
                      <a:pt x="120000" y="10629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6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78"/>
              <p:cNvSpPr/>
              <p:nvPr/>
            </p:nvSpPr>
            <p:spPr>
              <a:xfrm>
                <a:off x="5788025" y="4437062"/>
                <a:ext cx="3352799" cy="110331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14820"/>
                    </a:moveTo>
                    <a:lnTo>
                      <a:pt x="1368" y="0"/>
                    </a:lnTo>
                    <a:lnTo>
                      <a:pt x="684" y="12431"/>
                    </a:lnTo>
                    <a:lnTo>
                      <a:pt x="0" y="25899"/>
                    </a:lnTo>
                    <a:lnTo>
                      <a:pt x="120000" y="120000"/>
                    </a:lnTo>
                    <a:lnTo>
                      <a:pt x="120000" y="114820"/>
                    </a:lnTo>
                    <a:lnTo>
                      <a:pt x="120000" y="11482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1717A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6" name="Google Shape;296;p7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7" name="Google Shape;297;p7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8" name="Google Shape;298;p78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7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7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" descr="F:\Eglise\Equipe liturgique\Semaine Sainte\Rameaux\Rameaux de Giott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687" y="0"/>
            <a:ext cx="7243762" cy="68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"/>
          <p:cNvSpPr txBox="1">
            <a:spLocks noGrp="1"/>
          </p:cNvSpPr>
          <p:nvPr>
            <p:ph type="body" idx="1"/>
          </p:nvPr>
        </p:nvSpPr>
        <p:spPr>
          <a:xfrm>
            <a:off x="0" y="359228"/>
            <a:ext cx="9056914" cy="649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Hosanna, Hosanna (bis) x 2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endParaRPr lang="fr-FR" sz="48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Ouvrons les portes au Roi, 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Au Dieu de gloire.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Lançons des cris de joie, 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Laissons jaillir un chant de victoire,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Hosanna, Hosanna, Hosanna</a:t>
            </a:r>
            <a:endParaRPr sz="4000" b="1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/>
          <p:cNvSpPr txBox="1">
            <a:spLocks noGrp="1"/>
          </p:cNvSpPr>
          <p:nvPr>
            <p:ph type="body" idx="1"/>
          </p:nvPr>
        </p:nvSpPr>
        <p:spPr>
          <a:xfrm>
            <a:off x="-1" y="228600"/>
            <a:ext cx="9035143" cy="6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Marchons ensemble 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i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(marchons ensemble)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2000" i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L’ennemi tremble 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i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(l’ennemi tremble)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20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Dieu est avec nous 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i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(Dieu avec nous)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20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Chassons les ténèbres</a:t>
            </a:r>
          </a:p>
          <a:p>
            <a:pPr marL="342900" marR="0" lvl="0" indent="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8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"/>
          <p:cNvSpPr txBox="1">
            <a:spLocks noGrp="1"/>
          </p:cNvSpPr>
          <p:nvPr>
            <p:ph type="body" idx="1"/>
          </p:nvPr>
        </p:nvSpPr>
        <p:spPr>
          <a:xfrm>
            <a:off x="0" y="359228"/>
            <a:ext cx="9056914" cy="649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>
              <a:spcBef>
                <a:spcPts val="0"/>
              </a:spcBef>
              <a:buSzPts val="4000"/>
              <a:buNone/>
            </a:pPr>
            <a:endParaRPr lang="fr-FR" sz="48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Ouvrons les portes au Roi, 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Au Dieu de gloire.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Lançons des cris de joie, 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Laissons jaillir un chant de victoire,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Hosanna, Hosanna, Hosanna</a:t>
            </a:r>
            <a:endParaRPr sz="4000" b="1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40342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/>
          <p:cNvSpPr txBox="1">
            <a:spLocks noGrp="1"/>
          </p:cNvSpPr>
          <p:nvPr>
            <p:ph type="body" idx="1"/>
          </p:nvPr>
        </p:nvSpPr>
        <p:spPr>
          <a:xfrm>
            <a:off x="0" y="217714"/>
            <a:ext cx="9035143" cy="664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pourra taire 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i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(Qui pourra taire)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20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Notre prière ? 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i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(Notre prière ?)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20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Dieu est avec nous 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i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(Dieu est avec nous)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20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Levons sa bannière.</a:t>
            </a: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89752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"/>
          <p:cNvSpPr txBox="1">
            <a:spLocks noGrp="1"/>
          </p:cNvSpPr>
          <p:nvPr>
            <p:ph type="body" idx="1"/>
          </p:nvPr>
        </p:nvSpPr>
        <p:spPr>
          <a:xfrm>
            <a:off x="0" y="359228"/>
            <a:ext cx="9056914" cy="649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>
              <a:spcBef>
                <a:spcPts val="0"/>
              </a:spcBef>
              <a:buSzPts val="4000"/>
              <a:buNone/>
            </a:pPr>
            <a:endParaRPr lang="fr-FR" sz="48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Ouvrons les portes au Roi, 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Au Dieu de gloire.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Lançons des cris de joie, 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Laissons jaillir un chant de victoire,</a:t>
            </a:r>
          </a:p>
          <a:p>
            <a:pPr marL="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Hosanna, Hosanna, Hosanna</a:t>
            </a:r>
            <a:endParaRPr sz="4000" b="1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13321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" descr="F:\Eglise\Equipe liturgique\Semaine Sainte\Rameaux\Rameaux de Giott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687" y="0"/>
            <a:ext cx="7243762" cy="68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" descr="F:\Eglise\Equipe liturgique\Semaine Sainte\Rameaux\La Cène de Vinci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0857"/>
            <a:ext cx="9144000" cy="4645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 txBox="1"/>
          <p:nvPr/>
        </p:nvSpPr>
        <p:spPr>
          <a:xfrm>
            <a:off x="0" y="0"/>
            <a:ext cx="9035143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Prenez et mangez,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Ceci est mon corps,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Prenez et buvez,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Voici mon sang !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Ouvrez vos cœurs !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Vous ne serez plus jamais seuls :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Je vous donne ma vie.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omic Sans MS"/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Demeurez en moi, comme je demeure en vous,</a:t>
            </a:r>
          </a:p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demeure en mon amour, celui-là portera du fruit.</a:t>
            </a:r>
          </a:p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Comme Dieu mon Père, ainsi je vous ai aimés. </a:t>
            </a:r>
          </a:p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Gardez mes paroles, vous recevrez ma joie !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 txBox="1"/>
          <p:nvPr/>
        </p:nvSpPr>
        <p:spPr>
          <a:xfrm>
            <a:off x="0" y="0"/>
            <a:ext cx="9035143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Prenez et mangez,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Ceci est mon corps,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Prenez et buvez,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Voici mon sang !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Ouvrez vos cœurs !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Vous ne serez plus jamais seuls :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Je vous donne ma vie.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omic Sans MS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3884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0" y="0"/>
            <a:ext cx="9035143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Je vous ai choisis pour que vous portiez du fruit.</a:t>
            </a:r>
          </a:p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Gardez mon commandement et vous demeurerez en moi.</a:t>
            </a:r>
          </a:p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Comme je vous aime, </a:t>
            </a:r>
          </a:p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aimez-vous d´un seul Esprit,</a:t>
            </a:r>
          </a:p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Je vous donne ma vie : </a:t>
            </a:r>
          </a:p>
          <a:p>
            <a:pPr lvl="0" algn="r">
              <a:buClr>
                <a:srgbClr val="FFFFFF"/>
              </a:buClr>
              <a:buSzPts val="44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vous êtes mes amis !</a:t>
            </a:r>
          </a:p>
        </p:txBody>
      </p:sp>
    </p:spTree>
    <p:extLst>
      <p:ext uri="{BB962C8B-B14F-4D97-AF65-F5344CB8AC3E}">
        <p14:creationId xmlns:p14="http://schemas.microsoft.com/office/powerpoint/2010/main" val="3719027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 txBox="1"/>
          <p:nvPr/>
        </p:nvSpPr>
        <p:spPr>
          <a:xfrm>
            <a:off x="0" y="0"/>
            <a:ext cx="9035143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Prenez et mangez,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Ceci est mon corps,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Prenez et buvez,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Voici mon sang !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Ouvrez vos cœurs !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Vous ne serez plus jamais seuls : </a:t>
            </a:r>
          </a:p>
          <a:p>
            <a:pPr lvl="0" algn="r"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Je vous donne ma vie.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omic Sans MS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556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"/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11" descr="F:\Eglise\Equipe liturgique\Semaine Sainte\Rameaux\Andrea_Mantegna_le_Christ_au_jardin_des_Olivier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52400"/>
            <a:ext cx="9144000" cy="6520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 txBox="1">
            <a:spLocks noGrp="1"/>
          </p:cNvSpPr>
          <p:nvPr>
            <p:ph type="title"/>
          </p:nvPr>
        </p:nvSpPr>
        <p:spPr>
          <a:xfrm>
            <a:off x="0" y="348342"/>
            <a:ext cx="8942387" cy="650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ct val="150000"/>
              </a:lnSpc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Seigneur, mon secours,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en toi seul mon bonheur,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 vie repose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entre tes mains (bis)</a:t>
            </a:r>
            <a:br>
              <a:rPr lang="en-US" sz="4800" b="1" i="0" u="none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800" b="0" i="0" u="none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		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991600" cy="62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ct val="150000"/>
              </a:lnSpc>
              <a:buClr>
                <a:srgbClr val="FFFFFF"/>
              </a:buClr>
              <a:buSzPts val="48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J'élève les yeux au loin,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d'où me vient le secours.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Le secours me vient de Dieu, de Dieu seul 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 txBox="1">
            <a:spLocks noGrp="1"/>
          </p:cNvSpPr>
          <p:nvPr>
            <p:ph type="title"/>
          </p:nvPr>
        </p:nvSpPr>
        <p:spPr>
          <a:xfrm>
            <a:off x="0" y="631370"/>
            <a:ext cx="8942387" cy="622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ct val="150000"/>
              </a:lnSpc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Seigneur, mon secours,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en toi seul mon bonheur,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 vie repose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entre tes mains (bis)</a:t>
            </a:r>
            <a:br>
              <a:rPr lang="en-US" sz="4800" b="1" i="0" u="none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800" b="0" i="0" u="none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	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7354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98071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ct val="150000"/>
              </a:lnSpc>
              <a:buClr>
                <a:srgbClr val="FFFFFF"/>
              </a:buClr>
              <a:buSzPts val="4800"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pied ne chancellera,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veille sur tes pas.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ne dort ni ne sommeille,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gardien.</a:t>
            </a:r>
          </a:p>
        </p:txBody>
      </p:sp>
    </p:spTree>
    <p:extLst>
      <p:ext uri="{BB962C8B-B14F-4D97-AF65-F5344CB8AC3E}">
        <p14:creationId xmlns:p14="http://schemas.microsoft.com/office/powerpoint/2010/main" val="3396503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 txBox="1">
            <a:spLocks noGrp="1"/>
          </p:cNvSpPr>
          <p:nvPr>
            <p:ph type="title"/>
          </p:nvPr>
        </p:nvSpPr>
        <p:spPr>
          <a:xfrm>
            <a:off x="0" y="391886"/>
            <a:ext cx="8942387" cy="6466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ct val="150000"/>
              </a:lnSpc>
              <a:buClr>
                <a:srgbClr val="FFFFFF"/>
              </a:buClr>
              <a:buSzPts val="4800"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Seigneur, mon secours,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en toi seul mon bonheur,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 vie repose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entre tes mains (bis)</a:t>
            </a:r>
            <a:br>
              <a:rPr lang="en-US" sz="4800" b="1" i="0" u="none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800" b="0" i="0" u="none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	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3803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18" descr="F:\Eglise\Equipe liturgique\Semaine Sainte\Rameaux\Arrestation Jésus.JPG"/>
          <p:cNvPicPr preferRelativeResize="0"/>
          <p:nvPr/>
        </p:nvPicPr>
        <p:blipFill rotWithShape="1">
          <a:blip r:embed="rId3">
            <a:alphaModFix/>
          </a:blip>
          <a:srcRect b="4653"/>
          <a:stretch/>
        </p:blipFill>
        <p:spPr>
          <a:xfrm>
            <a:off x="1088576" y="0"/>
            <a:ext cx="69119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19" descr="F:\Eglise\Equipe liturgique\Semaine Sainte\Rameaux\Reniement de Pierr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085" y="908"/>
            <a:ext cx="7522028" cy="6846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24257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FFFFFF"/>
              </a:buClr>
            </a:pP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Kyrie, </a:t>
            </a:r>
            <a:r>
              <a:rPr lang="en-US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Christe</a:t>
            </a: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Kyrie Eleison</a:t>
            </a:r>
            <a:br>
              <a:rPr lang="en-US" sz="2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Jésus, </a:t>
            </a:r>
            <a:r>
              <a:rPr lang="en-US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Verbe</a:t>
            </a: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 Dieu, </a:t>
            </a:r>
            <a:b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Verbe</a:t>
            </a: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fait chair par amour pour les </a:t>
            </a:r>
            <a:r>
              <a:rPr lang="en-US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pécheurs</a:t>
            </a:r>
            <a:endParaRPr lang="en-US" sz="48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24257" cy="642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FFFFFF"/>
              </a:buClr>
            </a:pP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Kyrie, </a:t>
            </a:r>
            <a:r>
              <a:rPr lang="en-US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Christe</a:t>
            </a: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Kyrie Eleison</a:t>
            </a:r>
            <a:br>
              <a:rPr lang="en-US" sz="2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Jésus, Prince de Paix,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Roi bafoué par amour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pour les pécheurs</a:t>
            </a:r>
            <a:br>
              <a:rPr lang="en-US" sz="2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Kyrie, </a:t>
            </a:r>
            <a:r>
              <a:rPr lang="en-US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Christe</a:t>
            </a:r>
            <a:r>
              <a:rPr lang="en-US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75257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23" descr="F:\Eglise\Equipe liturgique\Semaine Sainte\Rameaux\Jésus devant ses jug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459" y="0"/>
            <a:ext cx="76962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991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FFFFFF"/>
              </a:buClr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Les soldats ont enchaîné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 mains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de nous ne s'est enfui ?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Vers tes juges, seul,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tu as marché,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de nous ne s'est enfui 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24257" cy="665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FFFFFF"/>
              </a:buClr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Ô Seigneur,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pardonne à ton peuple,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Ô Seigneur,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pardonne à ton peuple,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Ô Seigneur, pardonne-nous.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13371" cy="665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FFFFFF"/>
              </a:buClr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visage était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couvert de sang,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de nous t'a consolé ?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Et les larmes remplissaient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 yeux, 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de nous t'a consolé ?</a:t>
            </a:r>
          </a:p>
        </p:txBody>
      </p:sp>
    </p:spTree>
    <p:extLst>
      <p:ext uri="{BB962C8B-B14F-4D97-AF65-F5344CB8AC3E}">
        <p14:creationId xmlns:p14="http://schemas.microsoft.com/office/powerpoint/2010/main" val="2184083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24257" cy="665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FFFFFF"/>
              </a:buClr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Ô Seigneur,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pardonne à ton peuple,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Ô Seigneur,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pardonne à ton peuple,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Ô Seigneur, pardonne-nous.</a:t>
            </a:r>
          </a:p>
        </p:txBody>
      </p:sp>
    </p:spTree>
    <p:extLst>
      <p:ext uri="{BB962C8B-B14F-4D97-AF65-F5344CB8AC3E}">
        <p14:creationId xmlns:p14="http://schemas.microsoft.com/office/powerpoint/2010/main" val="791069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4"/>
          <p:cNvSpPr txBox="1"/>
          <p:nvPr/>
        </p:nvSpPr>
        <p:spPr>
          <a:xfrm>
            <a:off x="1116012" y="6453187"/>
            <a:ext cx="6911975" cy="360362"/>
          </a:xfrm>
          <a:prstGeom prst="rect">
            <a:avLst/>
          </a:prstGeom>
          <a:solidFill>
            <a:srgbClr val="00000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24" descr="F:\Eglise\Equipe liturgique\Semaine Sainte\Rameaux\Jésus porte sa croix - Giott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0"/>
            <a:ext cx="7431087" cy="68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"/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25" descr="F:\Eglise\Equipe liturgique\Semaine Sainte\Rameaux\Crucifixion par Rembrandt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72" y="324309"/>
            <a:ext cx="9109075" cy="6126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13371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ts val="6000"/>
              </a:lnSpc>
              <a:spcAft>
                <a:spcPts val="2400"/>
              </a:spcAft>
              <a:buClr>
                <a:srgbClr val="FFFFFF"/>
              </a:buClr>
            </a:pPr>
            <a: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Quoi qu’il advienne </a:t>
            </a:r>
            <a:b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quoi qu’il se passe</a:t>
            </a:r>
            <a:b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Je resterai ancré en Toi</a:t>
            </a:r>
            <a:b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Vers qui irai-je Toi seul possède</a:t>
            </a:r>
            <a:b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Toutes paroles d’éternité </a:t>
            </a:r>
            <a:b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nos cœurs s’enflamment</a:t>
            </a:r>
            <a:b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la croix où tu donnas tout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3514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ts val="6000"/>
              </a:lnSpc>
              <a:buClr>
                <a:srgbClr val="FFFFFF"/>
              </a:buClr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t’adorons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t’acclamons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Messie de Dieu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Roi crucifié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Entends nos voix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Prince humilié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Où à la croix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Cœur ouvra l’Eternité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9"/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9"/>
          <p:cNvSpPr txBox="1"/>
          <p:nvPr/>
        </p:nvSpPr>
        <p:spPr>
          <a:xfrm>
            <a:off x="1116012" y="6453187"/>
            <a:ext cx="6911975" cy="360362"/>
          </a:xfrm>
          <a:prstGeom prst="rect">
            <a:avLst/>
          </a:prstGeom>
          <a:solidFill>
            <a:srgbClr val="00000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29" descr="F:\Eglise\Equipe liturgique\Semaine Sainte\Rameaux\Crucifixion par Rembrandt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0" y="117475"/>
            <a:ext cx="9058275" cy="6126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4"/>
          <p:cNvSpPr txBox="1"/>
          <p:nvPr/>
        </p:nvSpPr>
        <p:spPr>
          <a:xfrm>
            <a:off x="1116012" y="6453187"/>
            <a:ext cx="6911975" cy="360362"/>
          </a:xfrm>
          <a:prstGeom prst="rect">
            <a:avLst/>
          </a:prstGeom>
          <a:solidFill>
            <a:srgbClr val="00000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p44" descr="F:\Eglise\Equipe liturgique\Semaine Sainte\Rameaux\Croix sur l'horizon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9143999" cy="6847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7"/>
          <p:cNvSpPr txBox="1">
            <a:spLocks noGrp="1"/>
          </p:cNvSpPr>
          <p:nvPr>
            <p:ph type="title"/>
          </p:nvPr>
        </p:nvSpPr>
        <p:spPr>
          <a:xfrm>
            <a:off x="0" y="277812"/>
            <a:ext cx="9144000" cy="610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omic Sans MS"/>
              <a:buNone/>
            </a:pPr>
            <a:r>
              <a:rPr lang="en-US" sz="4400" b="0" i="0" u="none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PSAUME 21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64208B8D-1EF1-41B4-D034-69BE042E5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">
            <a:extLst>
              <a:ext uri="{FF2B5EF4-FFF2-40B4-BE49-F238E27FC236}">
                <a16:creationId xmlns:a16="http://schemas.microsoft.com/office/drawing/2014/main" id="{D3D30368-EC91-D90E-4C25-F8EC9CE47D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03514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ts val="6000"/>
              </a:lnSpc>
              <a:buClr>
                <a:srgbClr val="FFFFFF"/>
              </a:buClr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Mon Dieu, mon Dieu, pourquoi m’as-tu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aban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donné ?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Je crie mais ton se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cours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ne vient pas.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Les gens m’insultent et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me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méprisent.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Tous ceux qui me voient se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mo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quent de moi. </a:t>
            </a:r>
          </a:p>
        </p:txBody>
      </p:sp>
    </p:spTree>
    <p:extLst>
      <p:ext uri="{BB962C8B-B14F-4D97-AF65-F5344CB8AC3E}">
        <p14:creationId xmlns:p14="http://schemas.microsoft.com/office/powerpoint/2010/main" val="1323353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AEC33F7C-95FA-6025-A9AF-1C4F3501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">
            <a:extLst>
              <a:ext uri="{FF2B5EF4-FFF2-40B4-BE49-F238E27FC236}">
                <a16:creationId xmlns:a16="http://schemas.microsoft.com/office/drawing/2014/main" id="{797C447A-1D05-610E-345E-D59E70DF1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03514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ts val="6000"/>
              </a:lnSpc>
              <a:buClr>
                <a:srgbClr val="FFFFFF"/>
              </a:buClr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« Il a fait conf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iance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au Seigneur.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Eh bien, si le Seigneur l’aime, il n’a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qu’à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le sauver ! »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 force s’en va comme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l’eau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qui coule,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Tu me mets déjà au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bord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 la tombe. </a:t>
            </a:r>
          </a:p>
        </p:txBody>
      </p:sp>
    </p:spTree>
    <p:extLst>
      <p:ext uri="{BB962C8B-B14F-4D97-AF65-F5344CB8AC3E}">
        <p14:creationId xmlns:p14="http://schemas.microsoft.com/office/powerpoint/2010/main" val="2003831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61EA62F1-0FE6-0075-895F-859E9AB1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">
            <a:extLst>
              <a:ext uri="{FF2B5EF4-FFF2-40B4-BE49-F238E27FC236}">
                <a16:creationId xmlns:a16="http://schemas.microsoft.com/office/drawing/2014/main" id="{7D94BE77-0ACE-8965-3042-D9CC360C62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03514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ts val="6000"/>
              </a:lnSpc>
              <a:buClr>
                <a:srgbClr val="FFFFFF"/>
              </a:buClr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Ils m’ont percé les mains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et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les pieds.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Ils tirent au sort pour savoir qui aura mes vêtements.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Tu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m’as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répondu ! 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J’annoncerai ton nom à mes </a:t>
            </a:r>
            <a:r>
              <a:rPr lang="fr-FR" sz="48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frères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et à mes sœurs.</a:t>
            </a:r>
          </a:p>
        </p:txBody>
      </p:sp>
    </p:spTree>
    <p:extLst>
      <p:ext uri="{BB962C8B-B14F-4D97-AF65-F5344CB8AC3E}">
        <p14:creationId xmlns:p14="http://schemas.microsoft.com/office/powerpoint/2010/main" val="946546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1058316B-5574-0FC5-4097-0EBACCA8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">
            <a:extLst>
              <a:ext uri="{FF2B5EF4-FFF2-40B4-BE49-F238E27FC236}">
                <a16:creationId xmlns:a16="http://schemas.microsoft.com/office/drawing/2014/main" id="{B1C1EC52-B0BA-4107-A70B-BBB116E37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03514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lnSpc>
                <a:spcPts val="6000"/>
              </a:lnSpc>
              <a:buClr>
                <a:srgbClr val="FFFFFF"/>
              </a:buClr>
            </a:pPr>
            <a: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Au milieu de l’assemblée, je chante</a:t>
            </a:r>
            <a:r>
              <a:rPr lang="fr-FR" sz="32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rai</a:t>
            </a:r>
            <a: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ta louange.</a:t>
            </a:r>
            <a:b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Vous qui respectez le Seigneur, chan</a:t>
            </a:r>
            <a:r>
              <a:rPr lang="fr-FR" sz="32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tez</a:t>
            </a:r>
            <a: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sa louange !</a:t>
            </a:r>
            <a:b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Le Seigneur n’a pas méprisé le malheureux dans </a:t>
            </a:r>
            <a:r>
              <a:rPr lang="fr-FR" sz="32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son</a:t>
            </a:r>
            <a: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malheur, </a:t>
            </a:r>
            <a:b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Le malheureux a crié vers le Sei</a:t>
            </a:r>
            <a:r>
              <a:rPr lang="fr-FR" sz="3200" b="1" u="sng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gneur</a:t>
            </a:r>
            <a:r>
              <a:rPr lang="fr-FR" sz="32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et le Seigneur l’a écouté.</a:t>
            </a:r>
          </a:p>
        </p:txBody>
      </p:sp>
    </p:spTree>
    <p:extLst>
      <p:ext uri="{BB962C8B-B14F-4D97-AF65-F5344CB8AC3E}">
        <p14:creationId xmlns:p14="http://schemas.microsoft.com/office/powerpoint/2010/main" val="1273069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omic Sans MS"/>
              <a:buNone/>
            </a:pPr>
            <a:endParaRPr dirty="0"/>
          </a:p>
        </p:txBody>
      </p:sp>
      <p:pic>
        <p:nvPicPr>
          <p:cNvPr id="3" name="Image 2" descr="Une image contenant intérieur, photo, couvert, décoré&#10;&#10;Description générée automatiquement">
            <a:extLst>
              <a:ext uri="{FF2B5EF4-FFF2-40B4-BE49-F238E27FC236}">
                <a16:creationId xmlns:a16="http://schemas.microsoft.com/office/drawing/2014/main" id="{8EE20199-29BA-4E2E-9E3C-941F179F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6" y="11226"/>
            <a:ext cx="7369628" cy="684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22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4"/>
          <p:cNvSpPr txBox="1"/>
          <p:nvPr/>
        </p:nvSpPr>
        <p:spPr>
          <a:xfrm>
            <a:off x="1116012" y="6453187"/>
            <a:ext cx="6911975" cy="360362"/>
          </a:xfrm>
          <a:prstGeom prst="rect">
            <a:avLst/>
          </a:prstGeom>
          <a:solidFill>
            <a:srgbClr val="00000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p44" descr="F:\Eglise\Equipe liturgique\Semaine Sainte\Rameaux\Croix sur l'horizon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9143999" cy="6847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3080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0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0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-FR" sz="4800" b="0" i="0" u="none" dirty="0">
                <a:solidFill>
                  <a:srgbClr val="FFFFFF"/>
                </a:solidFill>
                <a:latin typeface="Comic Sans MS" panose="030F0702030302020204" pitchFamily="66" charset="0"/>
                <a:ea typeface="Comic Sans MS"/>
                <a:cs typeface="Comic Sans MS"/>
                <a:sym typeface="Comic Sans MS"/>
              </a:rPr>
              <a:t>CREDO</a:t>
            </a:r>
            <a:endParaRPr sz="4800" dirty="0">
              <a:latin typeface="Comic Sans MS" panose="030F0702030302020204" pitchFamily="66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305534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/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26" name="Picture 2" descr="Prière universelle des 16-17 février 2019 - [ Jésuites à La Réunion]">
            <a:extLst>
              <a:ext uri="{FF2B5EF4-FFF2-40B4-BE49-F238E27FC236}">
                <a16:creationId xmlns:a16="http://schemas.microsoft.com/office/drawing/2014/main" id="{CE4EE374-FFF4-A90E-85AF-040985347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" y="238330"/>
            <a:ext cx="7900416" cy="635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73B12D94-8F88-FBFD-1A61-5EB955514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>
            <a:extLst>
              <a:ext uri="{FF2B5EF4-FFF2-40B4-BE49-F238E27FC236}">
                <a16:creationId xmlns:a16="http://schemas.microsoft.com/office/drawing/2014/main" id="{ECB2EBF3-C88A-528D-8E82-9D2DA54FA4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-FR" sz="4800" b="0" i="0" u="none" dirty="0">
                <a:solidFill>
                  <a:srgbClr val="FFFFFF"/>
                </a:solidFill>
                <a:latin typeface="Comic Sans MS" panose="030F0702030302020204" pitchFamily="66" charset="0"/>
                <a:ea typeface="Comic Sans MS"/>
                <a:cs typeface="Comic Sans MS"/>
                <a:sym typeface="Comic Sans MS"/>
              </a:rPr>
              <a:t>Prière universelle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800" dirty="0">
              <a:solidFill>
                <a:srgbClr val="FFFFFF"/>
              </a:solidFill>
              <a:latin typeface="Comic Sans MS" panose="030F0702030302020204" pitchFamily="66" charset="0"/>
              <a:sym typeface="Comic Sans MS"/>
            </a:endParaRP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Je te cherche, Dieu, 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tu es mon Dieu, 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et je t’appelle,</a:t>
            </a:r>
            <a:br>
              <a:rPr lang="fr-FR" sz="4800" b="1" dirty="0">
                <a:latin typeface="Comic Sans MS" panose="030F0702030302020204" pitchFamily="66" charset="0"/>
              </a:rPr>
            </a:br>
            <a:r>
              <a:rPr lang="fr-FR" sz="4800" b="1" dirty="0">
                <a:latin typeface="Comic Sans MS" panose="030F0702030302020204" pitchFamily="66" charset="0"/>
              </a:rPr>
              <a:t>Je te cherche, Dieu, 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entends la voix de ma prière.</a:t>
            </a:r>
            <a:endParaRPr lang="fr-FR" sz="4800" dirty="0">
              <a:latin typeface="Comic Sans MS" panose="030F0702030302020204" pitchFamily="66" charset="0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800" dirty="0">
              <a:latin typeface="Comic Sans MS" panose="030F0702030302020204" pitchFamily="66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9974336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E13C5417-D31C-5816-A885-46BB3691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>
            <a:extLst>
              <a:ext uri="{FF2B5EF4-FFF2-40B4-BE49-F238E27FC236}">
                <a16:creationId xmlns:a16="http://schemas.microsoft.com/office/drawing/2014/main" id="{2000E249-C78D-B2F1-E899-9D5C045E9B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" name="Image 2" descr="Une image contenant personne, intérieur, alimentation, table&#10;&#10;Description générée automatiquement">
            <a:extLst>
              <a:ext uri="{FF2B5EF4-FFF2-40B4-BE49-F238E27FC236}">
                <a16:creationId xmlns:a16="http://schemas.microsoft.com/office/drawing/2014/main" id="{B7F69E5D-B5C2-6F72-4D3F-1812F51E15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8"/>
          <a:stretch/>
        </p:blipFill>
        <p:spPr>
          <a:xfrm>
            <a:off x="457200" y="759734"/>
            <a:ext cx="8229600" cy="525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57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A9B50E0A-E774-E013-3546-1B70880E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>
            <a:extLst>
              <a:ext uri="{FF2B5EF4-FFF2-40B4-BE49-F238E27FC236}">
                <a16:creationId xmlns:a16="http://schemas.microsoft.com/office/drawing/2014/main" id="{A0E49029-E0B6-69A9-1103-0F2305A27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800" dirty="0">
              <a:solidFill>
                <a:srgbClr val="FFFFFF"/>
              </a:solidFill>
              <a:latin typeface="Comic Sans MS" panose="030F0702030302020204" pitchFamily="66" charset="0"/>
              <a:sym typeface="Comic Sans MS"/>
            </a:endParaRP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1 - Ouvre mes yeux, Seigneur, aux merveilles de ton amour.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Je suis l'aveugle sur le chemin, 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guéris-moi, je veux te voir (bis</a:t>
            </a:r>
            <a:r>
              <a:rPr lang="fr-FR" sz="4800" b="1" dirty="0">
                <a:latin typeface="Comic Sans MS" panose="030F0702030302020204" pitchFamily="66" charset="0"/>
              </a:rPr>
              <a:t>).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.</a:t>
            </a:r>
            <a:endParaRPr lang="fr-FR" sz="4800" dirty="0">
              <a:latin typeface="Comic Sans MS" panose="030F0702030302020204" pitchFamily="66" charset="0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800" dirty="0">
              <a:latin typeface="Comic Sans MS" panose="030F0702030302020204" pitchFamily="66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9764881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3638DAE9-2E71-67C7-30BC-FE960429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>
            <a:extLst>
              <a:ext uri="{FF2B5EF4-FFF2-40B4-BE49-F238E27FC236}">
                <a16:creationId xmlns:a16="http://schemas.microsoft.com/office/drawing/2014/main" id="{B8ACAB27-59F9-5221-215C-5897A5D2B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800" dirty="0">
              <a:solidFill>
                <a:srgbClr val="FFFFFF"/>
              </a:solidFill>
              <a:latin typeface="Comic Sans MS" panose="030F0702030302020204" pitchFamily="66" charset="0"/>
              <a:sym typeface="Comic Sans MS"/>
            </a:endParaRP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2 - Ouvre mes mains, Seigneur, qui se ferment pour tout garder.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Le pauvre a faim devant ma maison, apprends-moi à partager (bis).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.</a:t>
            </a:r>
            <a:endParaRPr lang="fr-FR" sz="4800" dirty="0">
              <a:latin typeface="Comic Sans MS" panose="030F0702030302020204" pitchFamily="66" charset="0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800" dirty="0">
              <a:latin typeface="Comic Sans MS" panose="030F0702030302020204" pitchFamily="66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7398495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779A4870-AC66-5540-341A-25C596A4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>
            <a:extLst>
              <a:ext uri="{FF2B5EF4-FFF2-40B4-BE49-F238E27FC236}">
                <a16:creationId xmlns:a16="http://schemas.microsoft.com/office/drawing/2014/main" id="{0C9951F8-97C4-3499-BCCC-B0777CFF9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800" dirty="0">
              <a:solidFill>
                <a:srgbClr val="FFFFFF"/>
              </a:solidFill>
              <a:latin typeface="Comic Sans MS" panose="030F0702030302020204" pitchFamily="66" charset="0"/>
              <a:sym typeface="Comic Sans MS"/>
            </a:endParaRP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3 - Fais que je marche, Seigneur, aussi dur que soit le chemin.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Je veux te suivre jusqu'à la croix, viens me prendre par la main (bis).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endParaRPr lang="fr-FR" sz="4800" b="1" dirty="0">
              <a:latin typeface="Comic Sans MS" panose="030F0702030302020204" pitchFamily="66" charset="0"/>
            </a:endParaRP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.</a:t>
            </a:r>
            <a:endParaRPr lang="fr-FR" sz="4800" dirty="0">
              <a:latin typeface="Comic Sans MS" panose="030F0702030302020204" pitchFamily="66" charset="0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800" dirty="0">
              <a:latin typeface="Comic Sans MS" panose="030F0702030302020204" pitchFamily="66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7966626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5EB7F9B1-A1E5-24CB-8910-9E72E923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>
            <a:extLst>
              <a:ext uri="{FF2B5EF4-FFF2-40B4-BE49-F238E27FC236}">
                <a16:creationId xmlns:a16="http://schemas.microsoft.com/office/drawing/2014/main" id="{60FAB170-3408-8BC8-74F4-B8B7D4130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lang="fr-FR" sz="4800" dirty="0">
              <a:solidFill>
                <a:srgbClr val="FFFFFF"/>
              </a:solidFill>
              <a:latin typeface="Comic Sans MS" panose="030F0702030302020204" pitchFamily="66" charset="0"/>
              <a:sym typeface="Comic Sans MS"/>
            </a:endParaRP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4 - Fais que j'entende, Seigneur, tous mes frères qui crient vers moi.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400" b="1" dirty="0">
                <a:latin typeface="Comic Sans MS" panose="030F0702030302020204" pitchFamily="66" charset="0"/>
              </a:rPr>
              <a:t>A leur souffrance et à leurs appels, que mon cœur ne soit pas sourd (bis).</a:t>
            </a:r>
          </a:p>
          <a:p>
            <a:pPr mar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latin typeface="Comic Sans MS" panose="030F0702030302020204" pitchFamily="66" charset="0"/>
              </a:rPr>
              <a:t>.</a:t>
            </a:r>
            <a:endParaRPr lang="fr-FR" sz="4800" dirty="0">
              <a:latin typeface="Comic Sans MS" panose="030F0702030302020204" pitchFamily="66" charset="0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800" dirty="0">
              <a:latin typeface="Comic Sans MS" panose="030F0702030302020204" pitchFamily="66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902732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464C77FC-3ABB-16BB-199B-312A884A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>
            <a:extLst>
              <a:ext uri="{FF2B5EF4-FFF2-40B4-BE49-F238E27FC236}">
                <a16:creationId xmlns:a16="http://schemas.microsoft.com/office/drawing/2014/main" id="{BA1A5618-8A2B-03AE-2373-1D2E4F91F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" name="Image 2" descr="Une image contenant personne, intérieur, alimentation, table&#10;&#10;Description générée automatiquement">
            <a:extLst>
              <a:ext uri="{FF2B5EF4-FFF2-40B4-BE49-F238E27FC236}">
                <a16:creationId xmlns:a16="http://schemas.microsoft.com/office/drawing/2014/main" id="{3630A4AF-3DF7-AC5F-166B-E644619925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8"/>
          <a:stretch/>
        </p:blipFill>
        <p:spPr>
          <a:xfrm>
            <a:off x="457200" y="759734"/>
            <a:ext cx="8229600" cy="525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81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6"/>
          <p:cNvSpPr txBox="1">
            <a:spLocks noGrp="1"/>
          </p:cNvSpPr>
          <p:nvPr>
            <p:ph type="body" idx="1"/>
          </p:nvPr>
        </p:nvSpPr>
        <p:spPr>
          <a:xfrm>
            <a:off x="0" y="283028"/>
            <a:ext cx="8980714" cy="657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Sanctus, sanctus, Dominus, Sanctus, sanctus, Dominus ,Deus sabaoth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48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Pleni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sunt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coeli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et terra gloria tua.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Hosanna, Hosanna, in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excelsis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! (bis)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48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91336D53-A26E-A09E-F81E-45362CEA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6">
            <a:extLst>
              <a:ext uri="{FF2B5EF4-FFF2-40B4-BE49-F238E27FC236}">
                <a16:creationId xmlns:a16="http://schemas.microsoft.com/office/drawing/2014/main" id="{E23B2CE2-97EC-E37B-B037-E41D4CAA7B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283028"/>
            <a:ext cx="8980714" cy="657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lvl="0" indent="0" algn="r">
              <a:spcBef>
                <a:spcPts val="0"/>
              </a:spcBef>
              <a:buSzPts val="4000"/>
              <a:buNone/>
            </a:pPr>
            <a:endParaRPr lang="fr-FR" sz="48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Benedictus qui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venit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nomine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Domini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</a:p>
          <a:p>
            <a:pPr marL="203200" lvl="0" indent="0" algn="r">
              <a:spcBef>
                <a:spcPts val="0"/>
              </a:spcBef>
              <a:buSzPts val="40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Hosanna, Hosanna, in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excelsis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! (bis)</a:t>
            </a:r>
          </a:p>
        </p:txBody>
      </p:sp>
    </p:spTree>
    <p:extLst>
      <p:ext uri="{BB962C8B-B14F-4D97-AF65-F5344CB8AC3E}">
        <p14:creationId xmlns:p14="http://schemas.microsoft.com/office/powerpoint/2010/main" val="41406945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/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" name="Image 2" descr="Une image contenant personne, intérieur, alimentation, table&#10;&#10;Description générée automatiquement">
            <a:extLst>
              <a:ext uri="{FF2B5EF4-FFF2-40B4-BE49-F238E27FC236}">
                <a16:creationId xmlns:a16="http://schemas.microsoft.com/office/drawing/2014/main" id="{3F0BF8FC-44FE-453C-889F-B2AB6BFA92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8"/>
          <a:stretch/>
        </p:blipFill>
        <p:spPr>
          <a:xfrm>
            <a:off x="457200" y="759734"/>
            <a:ext cx="8229600" cy="525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2622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8"/>
          <p:cNvSpPr txBox="1">
            <a:spLocks noGrp="1"/>
          </p:cNvSpPr>
          <p:nvPr>
            <p:ph type="title"/>
          </p:nvPr>
        </p:nvSpPr>
        <p:spPr>
          <a:xfrm>
            <a:off x="0" y="-21772"/>
            <a:ext cx="9046029" cy="6825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FFFFFF"/>
              </a:buClr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proclamons ta mort, Seigneur Jésus,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célébrons ta résurrection,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attendons ta venue dans la gloire.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/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" name="Image 2" descr="Une image contenant personne, intérieur, alimentation, table&#10;&#10;Description générée automatiquement">
            <a:extLst>
              <a:ext uri="{FF2B5EF4-FFF2-40B4-BE49-F238E27FC236}">
                <a16:creationId xmlns:a16="http://schemas.microsoft.com/office/drawing/2014/main" id="{3F0BF8FC-44FE-453C-889F-B2AB6BFA92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8"/>
          <a:stretch/>
        </p:blipFill>
        <p:spPr>
          <a:xfrm>
            <a:off x="457200" y="759734"/>
            <a:ext cx="8229600" cy="525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779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24258" cy="671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FFFFFF"/>
              </a:buClr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Agnus Dei qui </a:t>
            </a:r>
            <a:r>
              <a:rPr lang="fr-FR" sz="4800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tollis</a:t>
            </a: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peccata </a:t>
            </a:r>
            <a:r>
              <a:rPr lang="fr-FR" sz="4800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mundi</a:t>
            </a:r>
            <a:b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Miserere </a:t>
            </a:r>
            <a:r>
              <a:rPr lang="fr-FR" sz="4800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nobis</a:t>
            </a: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miserere </a:t>
            </a:r>
            <a:r>
              <a:rPr lang="fr-FR" sz="4800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nobis</a:t>
            </a: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 (bis)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Agnus Dei qui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tollis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peccata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mundi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Dona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nobis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pacem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dona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nobis</a:t>
            </a: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fr-FR" sz="4800" b="1" dirty="0" err="1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pacem</a:t>
            </a:r>
            <a:b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/>
          <p:cNvSpPr txBox="1">
            <a:spLocks noGrp="1"/>
          </p:cNvSpPr>
          <p:nvPr>
            <p:ph type="body" idx="1"/>
          </p:nvPr>
        </p:nvSpPr>
        <p:spPr>
          <a:xfrm>
            <a:off x="457200" y="404812"/>
            <a:ext cx="8229600" cy="5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" name="Image 2" descr="Une image contenant personne, intérieur, alimentation, table&#10;&#10;Description générée automatiquement">
            <a:extLst>
              <a:ext uri="{FF2B5EF4-FFF2-40B4-BE49-F238E27FC236}">
                <a16:creationId xmlns:a16="http://schemas.microsoft.com/office/drawing/2014/main" id="{3F0BF8FC-44FE-453C-889F-B2AB6BFA92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8"/>
          <a:stretch/>
        </p:blipFill>
        <p:spPr>
          <a:xfrm>
            <a:off x="457200" y="759734"/>
            <a:ext cx="8229600" cy="525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78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80714" cy="674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Venez ! Approchons-nous de la table du Christ,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nous livre son corps et son sang,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se fait nourriture, Pain de Vie éternelle,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fait boire à la coupe des Noces de l'Agneau !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4A342F14-6BCD-F31C-1F87-9032801A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>
            <a:extLst>
              <a:ext uri="{FF2B5EF4-FFF2-40B4-BE49-F238E27FC236}">
                <a16:creationId xmlns:a16="http://schemas.microsoft.com/office/drawing/2014/main" id="{DB1F3970-67AA-4EEA-9AE2-FE4539FFD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80714" cy="674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4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La Sagesse de Dieu a préparé son vin,</a:t>
            </a:r>
          </a:p>
          <a:p>
            <a:pPr marL="720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4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Elle a dressé la table, elle invite les saints :</a:t>
            </a:r>
          </a:p>
          <a:p>
            <a:pPr marL="720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4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"Venez boire à la coupe ! Venez manger le pain !</a:t>
            </a:r>
          </a:p>
          <a:p>
            <a:pPr marL="720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4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Soyez la joie de Dieu, accourez au festin </a:t>
            </a:r>
          </a:p>
          <a:p>
            <a:pPr marL="720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4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00299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A80E74C1-CA65-7F34-B65A-EC52FD1D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>
            <a:extLst>
              <a:ext uri="{FF2B5EF4-FFF2-40B4-BE49-F238E27FC236}">
                <a16:creationId xmlns:a16="http://schemas.microsoft.com/office/drawing/2014/main" id="{66B015BD-5A20-1541-31DF-D0B28517B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80714" cy="674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Venez ! Approchons-nous de la table du Christ,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nous livre son corps et son sang,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se fait nourriture, Pain de Vie éternelle,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fait boire à la coupe des Noces de l'Agneau !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02151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4FD1D3B4-7F66-FB47-A5D9-612A3A9E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>
            <a:extLst>
              <a:ext uri="{FF2B5EF4-FFF2-40B4-BE49-F238E27FC236}">
                <a16:creationId xmlns:a16="http://schemas.microsoft.com/office/drawing/2014/main" id="{D0A43F0D-F0A2-D273-BC9E-0C0EC5D94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80714" cy="674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Par le pain et le vin reçus en communion,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Voici le sacrifice qui nous rend à la Vie.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Le sang de l'Alliance jaillit du cœur de Dieu,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Quand le Verbe fait chair s'offre à nous sur la Croix</a:t>
            </a:r>
          </a:p>
        </p:txBody>
      </p:sp>
    </p:spTree>
    <p:extLst>
      <p:ext uri="{BB962C8B-B14F-4D97-AF65-F5344CB8AC3E}">
        <p14:creationId xmlns:p14="http://schemas.microsoft.com/office/powerpoint/2010/main" val="11105500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F1176336-169E-325A-4484-4D885FFA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>
            <a:extLst>
              <a:ext uri="{FF2B5EF4-FFF2-40B4-BE49-F238E27FC236}">
                <a16:creationId xmlns:a16="http://schemas.microsoft.com/office/drawing/2014/main" id="{22A55769-7089-AF0A-B9AF-607DE0B7B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80714" cy="674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Venez ! Approchons-nous de la table du Christ,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nous livre son corps et son sang,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se fait nourriture, Pain de Vie éternelle,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fait boire à la coupe des Noces de l'Agneau !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46560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2E676E34-DDDD-A1E3-4A58-1489875F8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>
            <a:extLst>
              <a:ext uri="{FF2B5EF4-FFF2-40B4-BE49-F238E27FC236}">
                <a16:creationId xmlns:a16="http://schemas.microsoft.com/office/drawing/2014/main" id="{D812B5AD-2C6F-900E-C00B-6E079CF83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80714" cy="674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Dieu est notre berger, 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ne manquons de rien,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 des prés d'herbe fraîche, 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nous fait reposer.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restaure notre âme, 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nous garde du mal,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Quand Il dresse pour nous la Table du Salut.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0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33929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73B9B552-96E6-C325-1DAB-6EE34521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4">
            <a:extLst>
              <a:ext uri="{FF2B5EF4-FFF2-40B4-BE49-F238E27FC236}">
                <a16:creationId xmlns:a16="http://schemas.microsoft.com/office/drawing/2014/main" id="{57CADD87-F28B-BD49-E83A-551BA792C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80714" cy="674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Venez ! Approchons-nous de la table du Christ,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nous livre son corps et son sang,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se fait nourriture, Pain de Vie éternelle,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fait boire à la coupe des Noces de l'Agneau !</a:t>
            </a:r>
          </a:p>
          <a:p>
            <a:pPr marL="342900" lvl="0" indent="-139700" algn="r">
              <a:lnSpc>
                <a:spcPts val="7000"/>
              </a:lnSpc>
              <a:spcBef>
                <a:spcPts val="0"/>
              </a:spcBef>
              <a:buSzPts val="4300"/>
              <a:buNone/>
            </a:pPr>
            <a:r>
              <a:rPr lang="fr-FR" sz="36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201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4"/>
          <p:cNvSpPr txBox="1"/>
          <p:nvPr/>
        </p:nvSpPr>
        <p:spPr>
          <a:xfrm>
            <a:off x="1116012" y="6453187"/>
            <a:ext cx="6911975" cy="360362"/>
          </a:xfrm>
          <a:prstGeom prst="rect">
            <a:avLst/>
          </a:prstGeom>
          <a:solidFill>
            <a:srgbClr val="00000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p44" descr="F:\Eglise\Equipe liturgique\Semaine Sainte\Rameaux\Croix sur l'horizon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9143999" cy="6847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17749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3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91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vienne ton règne,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ton Nom soit sanctifié,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 la terre comme au ciel,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ta volonté soit faite.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endParaRPr lang="fr-FR" sz="16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coule en torrents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Esprit de vérité.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Donne-nous ton espérance,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amour, ta Sainteté.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8071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pourrait nous séparer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 ton amour immense ?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 pourrait nous détourner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 ta miséricorde ?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3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91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vienne ton règne,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ton Nom soit sanctifié,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 la terre comme au ciel,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ta volonté soit faite.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endParaRPr lang="fr-FR" sz="16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coule en torrents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Esprit de vérité.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Donne-nous ton espérance,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amour, ta Sainteté.</a:t>
            </a:r>
          </a:p>
        </p:txBody>
      </p:sp>
    </p:spTree>
    <p:extLst>
      <p:ext uri="{BB962C8B-B14F-4D97-AF65-F5344CB8AC3E}">
        <p14:creationId xmlns:p14="http://schemas.microsoft.com/office/powerpoint/2010/main" val="31056557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4"/>
          <p:cNvSpPr txBox="1">
            <a:spLocks noGrp="1"/>
          </p:cNvSpPr>
          <p:nvPr>
            <p:ph type="body" idx="1"/>
          </p:nvPr>
        </p:nvSpPr>
        <p:spPr>
          <a:xfrm>
            <a:off x="0" y="108856"/>
            <a:ext cx="8991600" cy="674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Tu habites nos louanges,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Tu inspires nos prières,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Nous attires en ta présence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Pour nous tourner 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vers nos frères. </a:t>
            </a:r>
          </a:p>
          <a:p>
            <a:pPr marL="342900" lvl="0" indent="-139700" algn="r">
              <a:spcBef>
                <a:spcPts val="0"/>
              </a:spcBef>
              <a:buSzPts val="4400"/>
              <a:buNone/>
            </a:pPr>
            <a:endParaRPr lang="fr-FR" sz="44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2387681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3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91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vienne ton règne,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ton Nom soit sanctifié,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 la terre comme au ciel,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ta volonté soit faite.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endParaRPr lang="fr-FR" sz="16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coule en torrents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Esprit de vérité.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Donne-nous ton espérance,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amour, ta Sainteté.</a:t>
            </a:r>
          </a:p>
        </p:txBody>
      </p:sp>
    </p:spTree>
    <p:extLst>
      <p:ext uri="{BB962C8B-B14F-4D97-AF65-F5344CB8AC3E}">
        <p14:creationId xmlns:p14="http://schemas.microsoft.com/office/powerpoint/2010/main" val="9841290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4"/>
          <p:cNvSpPr txBox="1">
            <a:spLocks noGrp="1"/>
          </p:cNvSpPr>
          <p:nvPr>
            <p:ph type="body" idx="1"/>
          </p:nvPr>
        </p:nvSpPr>
        <p:spPr>
          <a:xfrm>
            <a:off x="0" y="544286"/>
            <a:ext cx="9013371" cy="6313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Tu seras notre lumière,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Il n´y aura plus de nuit.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Nom sera sur nos lèvres,</a:t>
            </a:r>
          </a:p>
          <a:p>
            <a:pPr marL="342900" lvl="0" indent="-139700" algn="r">
              <a:lnSpc>
                <a:spcPct val="150000"/>
              </a:lnSpc>
              <a:spcBef>
                <a:spcPts val="0"/>
              </a:spcBef>
              <a:buSzPts val="4400"/>
              <a:buNone/>
            </a:pPr>
            <a:r>
              <a:rPr lang="fr-FR" sz="4800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 larmes, il n’y aura plus.</a:t>
            </a:r>
          </a:p>
          <a:p>
            <a:pPr marL="342900" lvl="0" indent="-139700" algn="ctr">
              <a:spcBef>
                <a:spcPts val="0"/>
              </a:spcBef>
              <a:buSzPts val="4400"/>
              <a:buNone/>
            </a:pPr>
            <a:endParaRPr lang="fr-FR" sz="44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lvl="0" indent="-139700" algn="ctr">
              <a:spcBef>
                <a:spcPts val="0"/>
              </a:spcBef>
              <a:buSzPts val="4400"/>
              <a:buNone/>
            </a:pPr>
            <a:endParaRPr lang="fr-FR" sz="4400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4813758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3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8991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vienne ton règne,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ton Nom soit sanctifié,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 la terre comme au ciel,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ta volonté soit faite.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endParaRPr lang="fr-FR" sz="1600" b="1" dirty="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 coule en torrents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Esprit de vérité.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Donne-nous ton espérance,</a:t>
            </a:r>
          </a:p>
          <a:p>
            <a:pPr marL="203200" lvl="0" indent="0" algn="r">
              <a:spcBef>
                <a:spcPts val="0"/>
              </a:spcBef>
              <a:buSzPts val="4400"/>
              <a:buNone/>
            </a:pPr>
            <a:r>
              <a:rPr lang="fr-FR" sz="4800" b="1" dirty="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Ton amour, ta Sainteté.</a:t>
            </a:r>
          </a:p>
        </p:txBody>
      </p:sp>
    </p:spTree>
    <p:extLst>
      <p:ext uri="{BB962C8B-B14F-4D97-AF65-F5344CB8AC3E}">
        <p14:creationId xmlns:p14="http://schemas.microsoft.com/office/powerpoint/2010/main" val="30865534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montagne, extérieur, nature, arrière-plan&#10;&#10;Description générée automatiquement">
            <a:extLst>
              <a:ext uri="{FF2B5EF4-FFF2-40B4-BE49-F238E27FC236}">
                <a16:creationId xmlns:a16="http://schemas.microsoft.com/office/drawing/2014/main" id="{7F77EEC5-582A-4472-B735-176D91D844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28" r="10187"/>
          <a:stretch/>
        </p:blipFill>
        <p:spPr>
          <a:xfrm>
            <a:off x="-25377" y="0"/>
            <a:ext cx="931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17959"/>
      </p:ext>
    </p:extLst>
  </p:cSld>
  <p:clrMapOvr>
    <a:masterClrMapping/>
  </p:clrMapOvr>
</p:sld>
</file>

<file path=ppt/theme/theme1.xml><?xml version="1.0" encoding="utf-8"?>
<a:theme xmlns:a="http://schemas.openxmlformats.org/drawingml/2006/main" name="2_Rayon">
  <a:themeElements>
    <a:clrScheme name="Rayon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000099"/>
      </a:accent3>
      <a:accent4>
        <a:srgbClr val="3366FF"/>
      </a:accent4>
      <a:accent5>
        <a:srgbClr val="7B46D0"/>
      </a:accent5>
      <a:accent6>
        <a:srgbClr val="000099"/>
      </a:accent6>
      <a:hlink>
        <a:srgbClr val="86D1EC"/>
      </a:hlink>
      <a:folHlink>
        <a:srgbClr val="45C9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Rayon">
  <a:themeElements>
    <a:clrScheme name="Rayon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000099"/>
      </a:accent3>
      <a:accent4>
        <a:srgbClr val="3366FF"/>
      </a:accent4>
      <a:accent5>
        <a:srgbClr val="7B46D0"/>
      </a:accent5>
      <a:accent6>
        <a:srgbClr val="000099"/>
      </a:accent6>
      <a:hlink>
        <a:srgbClr val="86D1EC"/>
      </a:hlink>
      <a:folHlink>
        <a:srgbClr val="45C9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Rayon">
  <a:themeElements>
    <a:clrScheme name="Rayon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000099"/>
      </a:accent3>
      <a:accent4>
        <a:srgbClr val="3366FF"/>
      </a:accent4>
      <a:accent5>
        <a:srgbClr val="7B46D0"/>
      </a:accent5>
      <a:accent6>
        <a:srgbClr val="000099"/>
      </a:accent6>
      <a:hlink>
        <a:srgbClr val="86D1EC"/>
      </a:hlink>
      <a:folHlink>
        <a:srgbClr val="45C9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ayon">
  <a:themeElements>
    <a:clrScheme name="Rayon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000099"/>
      </a:accent3>
      <a:accent4>
        <a:srgbClr val="3366FF"/>
      </a:accent4>
      <a:accent5>
        <a:srgbClr val="7B46D0"/>
      </a:accent5>
      <a:accent6>
        <a:srgbClr val="000099"/>
      </a:accent6>
      <a:hlink>
        <a:srgbClr val="86D1EC"/>
      </a:hlink>
      <a:folHlink>
        <a:srgbClr val="45C9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Rayon">
  <a:themeElements>
    <a:clrScheme name="Rayon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000099"/>
      </a:accent3>
      <a:accent4>
        <a:srgbClr val="3366FF"/>
      </a:accent4>
      <a:accent5>
        <a:srgbClr val="7B46D0"/>
      </a:accent5>
      <a:accent6>
        <a:srgbClr val="000099"/>
      </a:accent6>
      <a:hlink>
        <a:srgbClr val="86D1EC"/>
      </a:hlink>
      <a:folHlink>
        <a:srgbClr val="45C9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Rayon">
  <a:themeElements>
    <a:clrScheme name="Rayon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000099"/>
      </a:accent3>
      <a:accent4>
        <a:srgbClr val="3366FF"/>
      </a:accent4>
      <a:accent5>
        <a:srgbClr val="7B46D0"/>
      </a:accent5>
      <a:accent6>
        <a:srgbClr val="000099"/>
      </a:accent6>
      <a:hlink>
        <a:srgbClr val="86D1EC"/>
      </a:hlink>
      <a:folHlink>
        <a:srgbClr val="45C9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Microsoft Office PowerPoint</Application>
  <PresentationFormat>Affichage à l'écran (4:3)</PresentationFormat>
  <Paragraphs>229</Paragraphs>
  <Slides>73</Slides>
  <Notes>73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6</vt:i4>
      </vt:variant>
      <vt:variant>
        <vt:lpstr>Titres des diapositives</vt:lpstr>
      </vt:variant>
      <vt:variant>
        <vt:i4>73</vt:i4>
      </vt:variant>
    </vt:vector>
  </HeadingPairs>
  <TitlesOfParts>
    <vt:vector size="82" baseType="lpstr">
      <vt:lpstr>Arial</vt:lpstr>
      <vt:lpstr>Comic Sans MS</vt:lpstr>
      <vt:lpstr>Verdana</vt:lpstr>
      <vt:lpstr>2_Rayon</vt:lpstr>
      <vt:lpstr>3_Rayon</vt:lpstr>
      <vt:lpstr>4_Rayon</vt:lpstr>
      <vt:lpstr>Rayon</vt:lpstr>
      <vt:lpstr>1_Rayon</vt:lpstr>
      <vt:lpstr>5_Rayon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Seigneur, mon secours,  en toi seul mon bonheur, Ma vie repose  entre tes mains (bis)   </vt:lpstr>
      <vt:lpstr>J'élève les yeux au loin,  d'où me vient le secours. Le secours me vient de Dieu, de Dieu seul !</vt:lpstr>
      <vt:lpstr>Seigneur, mon secours,  en toi seul mon bonheur, Ma vie repose  entre tes mains (bis)   </vt:lpstr>
      <vt:lpstr>Ton pied ne chancellera,  il veille sur tes pas. Il ne dort ni ne sommeille,  ton gardien.</vt:lpstr>
      <vt:lpstr>Seigneur, mon secours,  en toi seul mon bonheur, Ma vie repose  entre tes mains (bis)   </vt:lpstr>
      <vt:lpstr>Présentation PowerPoint</vt:lpstr>
      <vt:lpstr>Présentation PowerPoint</vt:lpstr>
      <vt:lpstr>Kyrie, Christe, Kyrie Eleison  Jésus, Verbe de Dieu,  Verbe fait chair par amour pour les pécheurs</vt:lpstr>
      <vt:lpstr>Kyrie, Christe, Kyrie Eleison  Jésus, Prince de Paix,  Roi bafoué par amour  pour les pécheurs  Kyrie, Christe, Kyrie Eleison</vt:lpstr>
      <vt:lpstr>Présentation PowerPoint</vt:lpstr>
      <vt:lpstr>Les soldats ont enchaîné  tes mains  Qui de nous ne s'est enfui ?   Vers tes juges, seul,  tu as marché,  Qui de nous ne s'est enfui ?</vt:lpstr>
      <vt:lpstr>Ô Seigneur,  pardonne à ton peuple,  Ô Seigneur,  pardonne à ton peuple,  Ô Seigneur, pardonne-nous.</vt:lpstr>
      <vt:lpstr>Ton visage était  couvert de sang,  Qui de nous t'a consolé ?   Et les larmes remplissaient  tes yeux,  Qui de nous t'a consolé ?</vt:lpstr>
      <vt:lpstr>Ô Seigneur,  pardonne à ton peuple,  Ô Seigneur,  pardonne à ton peuple,  Ô Seigneur, pardonne-nous.</vt:lpstr>
      <vt:lpstr>Présentation PowerPoint</vt:lpstr>
      <vt:lpstr>Présentation PowerPoint</vt:lpstr>
      <vt:lpstr>Quoi qu’il advienne  quoi qu’il se passe Je resterai ancré en Toi Vers qui irai-je Toi seul possède Toutes paroles d’éternité  Que nos cœurs s’enflamment A la croix où tu donnas tout</vt:lpstr>
      <vt:lpstr>Nous t’adorons  Nous t’acclamons Messie de Dieu  Roi crucifié Entends nos voix  Prince humilié Où à la croix  ton Cœur ouvra l’Eternité</vt:lpstr>
      <vt:lpstr>Présentation PowerPoint</vt:lpstr>
      <vt:lpstr>Présentation PowerPoint</vt:lpstr>
      <vt:lpstr>PSAUME 21</vt:lpstr>
      <vt:lpstr>Mon Dieu, mon Dieu, pourquoi m’as-tu abandonné ?  Je crie mais ton secours ne vient pas.  Les gens m’insultent et me méprisent.  Tous ceux qui me voient se moquent de moi. </vt:lpstr>
      <vt:lpstr>« Il a fait confiance au Seigneur.  Eh bien, si le Seigneur l’aime, il n’a qu’à le sauver ! » Ma force s’en va comme l’eau qui coule,  Tu me mets déjà au bord de la tombe. </vt:lpstr>
      <vt:lpstr>Ils m’ont percé les mains et les pieds.  Ils tirent au sort pour savoir qui aura mes vêtements. Tu m’as répondu !  J’annoncerai ton nom à mes frères et à mes sœurs.</vt:lpstr>
      <vt:lpstr>Au milieu de l’assemblée, je chanterai ta louange. Vous qui respectez le Seigneur, chantez sa louange ! Le Seigneur n’a pas méprisé le malheureux dans son malheur,  Le malheureux a crié vers le Seigneur, et le Seigneur l’a écouté.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Nous proclamons ta mort, Seigneur Jésus, Nous célébrons ta résurrection, Nous attendons ta venue dans la gloire.</vt:lpstr>
      <vt:lpstr>Présentation PowerPoint</vt:lpstr>
      <vt:lpstr>Agnus Dei qui tollis peccata mundi Miserere nobis, miserere nobis. (bis) Agnus Dei qui tollis peccata mundi Dona nobis pacem, dona nobis pacem 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Goerens</dc:creator>
  <cp:lastModifiedBy>Pascal GOURRIN</cp:lastModifiedBy>
  <cp:revision>35</cp:revision>
  <dcterms:modified xsi:type="dcterms:W3CDTF">2026-03-21T07:22:28Z</dcterms:modified>
</cp:coreProperties>
</file>