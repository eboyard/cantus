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slideLayouts/slideLayout3.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 id="2147483650" r:id="rId2"/>
    <p:sldMasterId id="2147483654" r:id="rId3"/>
    <p:sldMasterId id="2147483655" r:id="rId4"/>
    <p:sldMasterId id="2147483656" r:id="rId5"/>
  </p:sldMasterIdLst>
  <p:notesMasterIdLst>
    <p:notesMasterId r:id="rId59"/>
  </p:notesMasterIdLst>
  <p:sldIdLst>
    <p:sldId id="256" r:id="rId6"/>
    <p:sldId id="257" r:id="rId7"/>
    <p:sldId id="395" r:id="rId8"/>
    <p:sldId id="445" r:id="rId9"/>
    <p:sldId id="439" r:id="rId10"/>
    <p:sldId id="446" r:id="rId11"/>
    <p:sldId id="428" r:id="rId12"/>
    <p:sldId id="447" r:id="rId13"/>
    <p:sldId id="443" r:id="rId14"/>
    <p:sldId id="398" r:id="rId15"/>
    <p:sldId id="399" r:id="rId16"/>
    <p:sldId id="397" r:id="rId17"/>
    <p:sldId id="444" r:id="rId18"/>
    <p:sldId id="402" r:id="rId19"/>
    <p:sldId id="400" r:id="rId20"/>
    <p:sldId id="422" r:id="rId21"/>
    <p:sldId id="401" r:id="rId22"/>
    <p:sldId id="424" r:id="rId23"/>
    <p:sldId id="441" r:id="rId24"/>
    <p:sldId id="391" r:id="rId25"/>
    <p:sldId id="429" r:id="rId26"/>
    <p:sldId id="430" r:id="rId27"/>
    <p:sldId id="259" r:id="rId28"/>
    <p:sldId id="261" r:id="rId29"/>
    <p:sldId id="260" r:id="rId30"/>
    <p:sldId id="404" r:id="rId31"/>
    <p:sldId id="407" r:id="rId32"/>
    <p:sldId id="408" r:id="rId33"/>
    <p:sldId id="431" r:id="rId34"/>
    <p:sldId id="448" r:id="rId35"/>
    <p:sldId id="405" r:id="rId36"/>
    <p:sldId id="406" r:id="rId37"/>
    <p:sldId id="379" r:id="rId38"/>
    <p:sldId id="410" r:id="rId39"/>
    <p:sldId id="420" r:id="rId40"/>
    <p:sldId id="411" r:id="rId41"/>
    <p:sldId id="412" r:id="rId42"/>
    <p:sldId id="409" r:id="rId43"/>
    <p:sldId id="262" r:id="rId44"/>
    <p:sldId id="358" r:id="rId45"/>
    <p:sldId id="432" r:id="rId46"/>
    <p:sldId id="434" r:id="rId47"/>
    <p:sldId id="436" r:id="rId48"/>
    <p:sldId id="433" r:id="rId49"/>
    <p:sldId id="435" r:id="rId50"/>
    <p:sldId id="266" r:id="rId51"/>
    <p:sldId id="418" r:id="rId52"/>
    <p:sldId id="268" r:id="rId53"/>
    <p:sldId id="437" r:id="rId54"/>
    <p:sldId id="438" r:id="rId55"/>
    <p:sldId id="449" r:id="rId56"/>
    <p:sldId id="421" r:id="rId57"/>
    <p:sldId id="425" r:id="rId58"/>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 uri="http://customooxmlschemas.google.com/">
      <go:slidesCustomData xmlns:go="http://customooxmlschemas.google.com/"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81" roundtripDataSignature="AMtx7mi+91TYHb0T33LBdQimCzp9zTCtu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2" d="100"/>
          <a:sy n="62" d="100"/>
        </p:scale>
        <p:origin x="1400" y="44"/>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slide" Target="slides/slide42.xml"/><Relationship Id="rId50" Type="http://schemas.openxmlformats.org/officeDocument/2006/relationships/slide" Target="slides/slide45.xml"/><Relationship Id="rId55" Type="http://schemas.openxmlformats.org/officeDocument/2006/relationships/slide" Target="slides/slide50.xml"/><Relationship Id="rId84" Type="http://schemas.openxmlformats.org/officeDocument/2006/relationships/theme" Target="theme/theme1.xml"/><Relationship Id="rId7" Type="http://schemas.openxmlformats.org/officeDocument/2006/relationships/slide" Target="slides/slide2.xml"/><Relationship Id="rId2" Type="http://schemas.openxmlformats.org/officeDocument/2006/relationships/slideMaster" Target="slideMasters/slideMaster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slide" Target="slides/slide48.xml"/><Relationship Id="rId58" Type="http://schemas.openxmlformats.org/officeDocument/2006/relationships/slide" Target="slides/slide53.xml"/><Relationship Id="rId5" Type="http://schemas.openxmlformats.org/officeDocument/2006/relationships/slideMaster" Target="slideMasters/slideMaster5.xml"/><Relationship Id="rId82" Type="http://schemas.openxmlformats.org/officeDocument/2006/relationships/presProps" Target="presProps.xml"/><Relationship Id="rId19" Type="http://schemas.openxmlformats.org/officeDocument/2006/relationships/slide" Target="slides/slide1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8" Type="http://schemas.openxmlformats.org/officeDocument/2006/relationships/slide" Target="slides/slide3.xml"/><Relationship Id="rId51" Type="http://schemas.openxmlformats.org/officeDocument/2006/relationships/slide" Target="slides/slide46.xml"/><Relationship Id="rId85" Type="http://schemas.openxmlformats.org/officeDocument/2006/relationships/tableStyles" Target="tableStyles.xml"/><Relationship Id="rId3" Type="http://schemas.openxmlformats.org/officeDocument/2006/relationships/slideMaster" Target="slideMasters/slideMaster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notesMaster" Target="notesMasters/notesMaster1.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83"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81" Type="http://customschemas.google.com/relationships/presentationmetadata" Target="metadata"/><Relationship Id="rId4" Type="http://schemas.openxmlformats.org/officeDocument/2006/relationships/slideMaster" Target="slideMasters/slideMaster4.xml"/><Relationship Id="rId9"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2" y="0"/>
            <a:ext cx="2971800" cy="4572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28600" algn="l" rtl="0">
              <a:spcBef>
                <a:spcPts val="0"/>
              </a:spcBef>
              <a:spcAft>
                <a:spcPts val="0"/>
              </a:spcAft>
              <a:buSzPts val="1400"/>
              <a:buNone/>
              <a:defRPr sz="1800" b="0" i="0" u="none" strike="noStrike" cap="none"/>
            </a:lvl1pPr>
            <a:lvl2pPr marL="914400" marR="0" lvl="1" indent="-228600" algn="l" rtl="0">
              <a:spcBef>
                <a:spcPts val="0"/>
              </a:spcBef>
              <a:spcAft>
                <a:spcPts val="0"/>
              </a:spcAft>
              <a:buSzPts val="1400"/>
              <a:buNone/>
              <a:defRPr sz="1800" b="0" i="0" u="none" strike="noStrike" cap="none"/>
            </a:lvl2pPr>
            <a:lvl3pPr marL="1371600" marR="0" lvl="2" indent="-228600" algn="l" rtl="0">
              <a:spcBef>
                <a:spcPts val="0"/>
              </a:spcBef>
              <a:spcAft>
                <a:spcPts val="0"/>
              </a:spcAft>
              <a:buSzPts val="1400"/>
              <a:buNone/>
              <a:defRPr sz="1800" b="0" i="0" u="none" strike="noStrike" cap="none"/>
            </a:lvl3pPr>
            <a:lvl4pPr marL="1828800" marR="0" lvl="3" indent="-228600" algn="l" rtl="0">
              <a:spcBef>
                <a:spcPts val="0"/>
              </a:spcBef>
              <a:spcAft>
                <a:spcPts val="0"/>
              </a:spcAft>
              <a:buSzPts val="1400"/>
              <a:buNone/>
              <a:defRPr sz="1800" b="0" i="0" u="none" strike="noStrike" cap="none"/>
            </a:lvl4pPr>
            <a:lvl5pPr marL="2286000" marR="0" lvl="4" indent="-228600" algn="l" rtl="0">
              <a:spcBef>
                <a:spcPts val="0"/>
              </a:spcBef>
              <a:spcAft>
                <a:spcPts val="0"/>
              </a:spcAft>
              <a:buSzPts val="1400"/>
              <a:buNone/>
              <a:defRPr sz="1800" b="0" i="0" u="none" strike="noStrike" cap="none"/>
            </a:lvl5pPr>
            <a:lvl6pPr marL="2743200" marR="0" lvl="5" indent="-228600" algn="l" rtl="0">
              <a:spcBef>
                <a:spcPts val="0"/>
              </a:spcBef>
              <a:spcAft>
                <a:spcPts val="0"/>
              </a:spcAft>
              <a:buSzPts val="1400"/>
              <a:buNone/>
              <a:defRPr sz="1800" b="0" i="0" u="none" strike="noStrike" cap="none"/>
            </a:lvl6pPr>
            <a:lvl7pPr marL="3200400" marR="0" lvl="6" indent="-228600" algn="l" rtl="0">
              <a:spcBef>
                <a:spcPts val="0"/>
              </a:spcBef>
              <a:spcAft>
                <a:spcPts val="0"/>
              </a:spcAft>
              <a:buSzPts val="1400"/>
              <a:buNone/>
              <a:defRPr sz="1800" b="0" i="0" u="none" strike="noStrike" cap="none"/>
            </a:lvl7pPr>
            <a:lvl8pPr marL="3657600" marR="0" lvl="7" indent="-228600" algn="l" rtl="0">
              <a:spcBef>
                <a:spcPts val="0"/>
              </a:spcBef>
              <a:spcAft>
                <a:spcPts val="0"/>
              </a:spcAft>
              <a:buSzPts val="1400"/>
              <a:buNone/>
              <a:defRPr sz="1800" b="0" i="0" u="none" strike="noStrike" cap="none"/>
            </a:lvl8pPr>
            <a:lvl9pPr marL="4114800" marR="0" lvl="8" indent="-228600" algn="l" rtl="0">
              <a:spcBef>
                <a:spcPts val="0"/>
              </a:spcBef>
              <a:spcAft>
                <a:spcPts val="0"/>
              </a:spcAft>
              <a:buSzPts val="1400"/>
              <a:buNone/>
              <a:defRPr sz="1800" b="0" i="0" u="none" strike="noStrike" cap="none"/>
            </a:lvl9pPr>
          </a:lstStyle>
          <a:p>
            <a:endParaRPr/>
          </a:p>
        </p:txBody>
      </p:sp>
      <p:sp>
        <p:nvSpPr>
          <p:cNvPr id="7" name="Google Shape;7;n"/>
          <p:cNvSpPr txBox="1">
            <a:spLocks noGrp="1"/>
          </p:cNvSpPr>
          <p:nvPr>
            <p:ph type="ftr" idx="11"/>
          </p:nvPr>
        </p:nvSpPr>
        <p:spPr>
          <a:xfrm>
            <a:off x="0" y="8685212"/>
            <a:ext cx="2971800" cy="457200"/>
          </a:xfrm>
          <a:prstGeom prst="rect">
            <a:avLst/>
          </a:prstGeom>
          <a:noFill/>
          <a:ln>
            <a:noFill/>
          </a:ln>
        </p:spPr>
        <p:txBody>
          <a:bodyPr spcFirstLastPara="1" wrap="square" lIns="91425" tIns="91425" rIns="91425" bIns="91425" anchor="b" anchorCtr="0">
            <a:noAutofit/>
          </a:bodyPr>
          <a:lstStyle>
            <a:lvl1pPr marR="0" lvl="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Verdana"/>
              <a:buNone/>
            </a:pPr>
            <a:fld id="{00000000-1234-1234-1234-123412341234}" type="slidenum">
              <a:rPr lang="en-US" sz="1200" b="0" i="0" u="none" strike="noStrike" cap="none">
                <a:solidFill>
                  <a:srgbClr val="000000"/>
                </a:solidFill>
                <a:latin typeface="Verdana"/>
                <a:ea typeface="Verdana"/>
                <a:cs typeface="Verdana"/>
                <a:sym typeface="Verdana"/>
              </a:rPr>
              <a:t>‹N°›</a:t>
            </a:fld>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7" name="Google Shape;307;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12" name="Google Shape;312;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a:extLst>
            <a:ext uri="{FF2B5EF4-FFF2-40B4-BE49-F238E27FC236}">
              <a16:creationId xmlns:a16="http://schemas.microsoft.com/office/drawing/2014/main" id="{43AD7A85-8126-2912-EA9A-D22B3D83BE70}"/>
            </a:ext>
          </a:extLst>
        </p:cNvPr>
        <p:cNvGrpSpPr/>
        <p:nvPr/>
      </p:nvGrpSpPr>
      <p:grpSpPr>
        <a:xfrm>
          <a:off x="0" y="0"/>
          <a:ext cx="0" cy="0"/>
          <a:chOff x="0" y="0"/>
          <a:chExt cx="0" cy="0"/>
        </a:xfrm>
      </p:grpSpPr>
      <p:sp>
        <p:nvSpPr>
          <p:cNvPr id="311" name="Google Shape;311;p2:notes">
            <a:extLst>
              <a:ext uri="{FF2B5EF4-FFF2-40B4-BE49-F238E27FC236}">
                <a16:creationId xmlns:a16="http://schemas.microsoft.com/office/drawing/2014/main" id="{F50F8FFF-88E4-E91C-F651-01091671A80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12" name="Google Shape;312;p2:notes">
            <a:extLst>
              <a:ext uri="{FF2B5EF4-FFF2-40B4-BE49-F238E27FC236}">
                <a16:creationId xmlns:a16="http://schemas.microsoft.com/office/drawing/2014/main" id="{1594EEEC-7215-E721-EBFA-D4ED6471A1E9}"/>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2092128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a:extLst>
            <a:ext uri="{FF2B5EF4-FFF2-40B4-BE49-F238E27FC236}">
              <a16:creationId xmlns:a16="http://schemas.microsoft.com/office/drawing/2014/main" id="{090329DB-B2F6-ACA6-F416-A14F7D41E184}"/>
            </a:ext>
          </a:extLst>
        </p:cNvPr>
        <p:cNvGrpSpPr/>
        <p:nvPr/>
      </p:nvGrpSpPr>
      <p:grpSpPr>
        <a:xfrm>
          <a:off x="0" y="0"/>
          <a:ext cx="0" cy="0"/>
          <a:chOff x="0" y="0"/>
          <a:chExt cx="0" cy="0"/>
        </a:xfrm>
      </p:grpSpPr>
      <p:sp>
        <p:nvSpPr>
          <p:cNvPr id="311" name="Google Shape;311;p2:notes">
            <a:extLst>
              <a:ext uri="{FF2B5EF4-FFF2-40B4-BE49-F238E27FC236}">
                <a16:creationId xmlns:a16="http://schemas.microsoft.com/office/drawing/2014/main" id="{C283203C-61DC-0CA8-533B-B3A7393BEC8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12" name="Google Shape;312;p2:notes">
            <a:extLst>
              <a:ext uri="{FF2B5EF4-FFF2-40B4-BE49-F238E27FC236}">
                <a16:creationId xmlns:a16="http://schemas.microsoft.com/office/drawing/2014/main" id="{EF75C651-3919-8C44-BE38-7640D978CE69}"/>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293853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a:extLst>
            <a:ext uri="{FF2B5EF4-FFF2-40B4-BE49-F238E27FC236}">
              <a16:creationId xmlns:a16="http://schemas.microsoft.com/office/drawing/2014/main" id="{4905E904-CFE4-9E08-CACE-B44E8B4A9D7E}"/>
            </a:ext>
          </a:extLst>
        </p:cNvPr>
        <p:cNvGrpSpPr/>
        <p:nvPr/>
      </p:nvGrpSpPr>
      <p:grpSpPr>
        <a:xfrm>
          <a:off x="0" y="0"/>
          <a:ext cx="0" cy="0"/>
          <a:chOff x="0" y="0"/>
          <a:chExt cx="0" cy="0"/>
        </a:xfrm>
      </p:grpSpPr>
      <p:sp>
        <p:nvSpPr>
          <p:cNvPr id="311" name="Google Shape;311;p2:notes">
            <a:extLst>
              <a:ext uri="{FF2B5EF4-FFF2-40B4-BE49-F238E27FC236}">
                <a16:creationId xmlns:a16="http://schemas.microsoft.com/office/drawing/2014/main" id="{7E8999AC-B9EC-62A0-77C1-53C466692E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12" name="Google Shape;312;p2:notes">
            <a:extLst>
              <a:ext uri="{FF2B5EF4-FFF2-40B4-BE49-F238E27FC236}">
                <a16:creationId xmlns:a16="http://schemas.microsoft.com/office/drawing/2014/main" id="{8BA5504A-8150-98BA-F6BF-CE0CC7A22641}"/>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0859104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a:extLst>
            <a:ext uri="{FF2B5EF4-FFF2-40B4-BE49-F238E27FC236}">
              <a16:creationId xmlns:a16="http://schemas.microsoft.com/office/drawing/2014/main" id="{D899F76A-14F1-8007-AD86-8FC69DAD6924}"/>
            </a:ext>
          </a:extLst>
        </p:cNvPr>
        <p:cNvGrpSpPr/>
        <p:nvPr/>
      </p:nvGrpSpPr>
      <p:grpSpPr>
        <a:xfrm>
          <a:off x="0" y="0"/>
          <a:ext cx="0" cy="0"/>
          <a:chOff x="0" y="0"/>
          <a:chExt cx="0" cy="0"/>
        </a:xfrm>
      </p:grpSpPr>
      <p:sp>
        <p:nvSpPr>
          <p:cNvPr id="311" name="Google Shape;311;p2:notes">
            <a:extLst>
              <a:ext uri="{FF2B5EF4-FFF2-40B4-BE49-F238E27FC236}">
                <a16:creationId xmlns:a16="http://schemas.microsoft.com/office/drawing/2014/main" id="{A1C867E4-C31D-A7FD-7D9A-2B66955EE0B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12" name="Google Shape;312;p2:notes">
            <a:extLst>
              <a:ext uri="{FF2B5EF4-FFF2-40B4-BE49-F238E27FC236}">
                <a16:creationId xmlns:a16="http://schemas.microsoft.com/office/drawing/2014/main" id="{6AF3AD2D-D1E7-A3EB-5A55-77C6171E624E}"/>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8267468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a:extLst>
            <a:ext uri="{FF2B5EF4-FFF2-40B4-BE49-F238E27FC236}">
              <a16:creationId xmlns:a16="http://schemas.microsoft.com/office/drawing/2014/main" id="{6210862A-8C42-DD83-FB44-CC45D69819BD}"/>
            </a:ext>
          </a:extLst>
        </p:cNvPr>
        <p:cNvGrpSpPr/>
        <p:nvPr/>
      </p:nvGrpSpPr>
      <p:grpSpPr>
        <a:xfrm>
          <a:off x="0" y="0"/>
          <a:ext cx="0" cy="0"/>
          <a:chOff x="0" y="0"/>
          <a:chExt cx="0" cy="0"/>
        </a:xfrm>
      </p:grpSpPr>
      <p:sp>
        <p:nvSpPr>
          <p:cNvPr id="311" name="Google Shape;311;p2:notes">
            <a:extLst>
              <a:ext uri="{FF2B5EF4-FFF2-40B4-BE49-F238E27FC236}">
                <a16:creationId xmlns:a16="http://schemas.microsoft.com/office/drawing/2014/main" id="{9AAAF4B5-8E5B-84BD-FC82-1A687A3E196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12" name="Google Shape;312;p2:notes">
            <a:extLst>
              <a:ext uri="{FF2B5EF4-FFF2-40B4-BE49-F238E27FC236}">
                <a16:creationId xmlns:a16="http://schemas.microsoft.com/office/drawing/2014/main" id="{696CEE16-383F-938C-414E-299793EE8816}"/>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5068557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a:extLst>
            <a:ext uri="{FF2B5EF4-FFF2-40B4-BE49-F238E27FC236}">
              <a16:creationId xmlns:a16="http://schemas.microsoft.com/office/drawing/2014/main" id="{7633A88B-C425-4254-C8C2-2BB37C23C478}"/>
            </a:ext>
          </a:extLst>
        </p:cNvPr>
        <p:cNvGrpSpPr/>
        <p:nvPr/>
      </p:nvGrpSpPr>
      <p:grpSpPr>
        <a:xfrm>
          <a:off x="0" y="0"/>
          <a:ext cx="0" cy="0"/>
          <a:chOff x="0" y="0"/>
          <a:chExt cx="0" cy="0"/>
        </a:xfrm>
      </p:grpSpPr>
      <p:sp>
        <p:nvSpPr>
          <p:cNvPr id="311" name="Google Shape;311;p2:notes">
            <a:extLst>
              <a:ext uri="{FF2B5EF4-FFF2-40B4-BE49-F238E27FC236}">
                <a16:creationId xmlns:a16="http://schemas.microsoft.com/office/drawing/2014/main" id="{FB0F20D6-529C-22F7-BFA3-1B5F4B3B2FE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12" name="Google Shape;312;p2:notes">
            <a:extLst>
              <a:ext uri="{FF2B5EF4-FFF2-40B4-BE49-F238E27FC236}">
                <a16:creationId xmlns:a16="http://schemas.microsoft.com/office/drawing/2014/main" id="{03320380-B560-6D5D-36FF-D092AAC114FB}"/>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1916884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a:extLst>
            <a:ext uri="{FF2B5EF4-FFF2-40B4-BE49-F238E27FC236}">
              <a16:creationId xmlns:a16="http://schemas.microsoft.com/office/drawing/2014/main" id="{17A38349-4F32-7B81-A1E4-B8BE0AF30A33}"/>
            </a:ext>
          </a:extLst>
        </p:cNvPr>
        <p:cNvGrpSpPr/>
        <p:nvPr/>
      </p:nvGrpSpPr>
      <p:grpSpPr>
        <a:xfrm>
          <a:off x="0" y="0"/>
          <a:ext cx="0" cy="0"/>
          <a:chOff x="0" y="0"/>
          <a:chExt cx="0" cy="0"/>
        </a:xfrm>
      </p:grpSpPr>
      <p:sp>
        <p:nvSpPr>
          <p:cNvPr id="306" name="Google Shape;306;p1:notes">
            <a:extLst>
              <a:ext uri="{FF2B5EF4-FFF2-40B4-BE49-F238E27FC236}">
                <a16:creationId xmlns:a16="http://schemas.microsoft.com/office/drawing/2014/main" id="{EC0DEAC2-1E65-6AB2-96C5-7C61DBF32E5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7" name="Google Shape;307;p1:notes">
            <a:extLst>
              <a:ext uri="{FF2B5EF4-FFF2-40B4-BE49-F238E27FC236}">
                <a16:creationId xmlns:a16="http://schemas.microsoft.com/office/drawing/2014/main" id="{D511E65C-E6E2-1F77-4C1E-60AF6D451E5A}"/>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9850553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a:extLst>
            <a:ext uri="{FF2B5EF4-FFF2-40B4-BE49-F238E27FC236}">
              <a16:creationId xmlns:a16="http://schemas.microsoft.com/office/drawing/2014/main" id="{D7B0F3C2-BA62-FE8A-3CD3-3A13C0D0B595}"/>
            </a:ext>
          </a:extLst>
        </p:cNvPr>
        <p:cNvGrpSpPr/>
        <p:nvPr/>
      </p:nvGrpSpPr>
      <p:grpSpPr>
        <a:xfrm>
          <a:off x="0" y="0"/>
          <a:ext cx="0" cy="0"/>
          <a:chOff x="0" y="0"/>
          <a:chExt cx="0" cy="0"/>
        </a:xfrm>
      </p:grpSpPr>
      <p:sp>
        <p:nvSpPr>
          <p:cNvPr id="311" name="Google Shape;311;p2:notes">
            <a:extLst>
              <a:ext uri="{FF2B5EF4-FFF2-40B4-BE49-F238E27FC236}">
                <a16:creationId xmlns:a16="http://schemas.microsoft.com/office/drawing/2014/main" id="{731E7E38-4833-7AA7-19AF-EE8D95CB1D1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12" name="Google Shape;312;p2:notes">
            <a:extLst>
              <a:ext uri="{FF2B5EF4-FFF2-40B4-BE49-F238E27FC236}">
                <a16:creationId xmlns:a16="http://schemas.microsoft.com/office/drawing/2014/main" id="{1C04BF40-C66A-6D37-8857-28F1AEE5B7BD}"/>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4503449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a:extLst>
            <a:ext uri="{FF2B5EF4-FFF2-40B4-BE49-F238E27FC236}">
              <a16:creationId xmlns:a16="http://schemas.microsoft.com/office/drawing/2014/main" id="{92D7E7D6-63AD-876B-1783-67CAD93BDDF1}"/>
            </a:ext>
          </a:extLst>
        </p:cNvPr>
        <p:cNvGrpSpPr/>
        <p:nvPr/>
      </p:nvGrpSpPr>
      <p:grpSpPr>
        <a:xfrm>
          <a:off x="0" y="0"/>
          <a:ext cx="0" cy="0"/>
          <a:chOff x="0" y="0"/>
          <a:chExt cx="0" cy="0"/>
        </a:xfrm>
      </p:grpSpPr>
      <p:sp>
        <p:nvSpPr>
          <p:cNvPr id="311" name="Google Shape;311;p2:notes">
            <a:extLst>
              <a:ext uri="{FF2B5EF4-FFF2-40B4-BE49-F238E27FC236}">
                <a16:creationId xmlns:a16="http://schemas.microsoft.com/office/drawing/2014/main" id="{D12933C7-04E4-2705-D608-831B61F6058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12" name="Google Shape;312;p2:notes">
            <a:extLst>
              <a:ext uri="{FF2B5EF4-FFF2-40B4-BE49-F238E27FC236}">
                <a16:creationId xmlns:a16="http://schemas.microsoft.com/office/drawing/2014/main" id="{F7280FF8-AEF2-FD5C-3466-DC11E1DF9AE4}"/>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6433320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a:extLst>
            <a:ext uri="{FF2B5EF4-FFF2-40B4-BE49-F238E27FC236}">
              <a16:creationId xmlns:a16="http://schemas.microsoft.com/office/drawing/2014/main" id="{DF8BB1F7-08B0-C4CA-71ED-2784A7479F00}"/>
            </a:ext>
          </a:extLst>
        </p:cNvPr>
        <p:cNvGrpSpPr/>
        <p:nvPr/>
      </p:nvGrpSpPr>
      <p:grpSpPr>
        <a:xfrm>
          <a:off x="0" y="0"/>
          <a:ext cx="0" cy="0"/>
          <a:chOff x="0" y="0"/>
          <a:chExt cx="0" cy="0"/>
        </a:xfrm>
      </p:grpSpPr>
      <p:sp>
        <p:nvSpPr>
          <p:cNvPr id="311" name="Google Shape;311;p2:notes">
            <a:extLst>
              <a:ext uri="{FF2B5EF4-FFF2-40B4-BE49-F238E27FC236}">
                <a16:creationId xmlns:a16="http://schemas.microsoft.com/office/drawing/2014/main" id="{27CBEB57-C22B-FCEC-A596-75984E52715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12" name="Google Shape;312;p2:notes">
            <a:extLst>
              <a:ext uri="{FF2B5EF4-FFF2-40B4-BE49-F238E27FC236}">
                <a16:creationId xmlns:a16="http://schemas.microsoft.com/office/drawing/2014/main" id="{7B366BA7-8524-944A-F8B1-F695A705FFC0}"/>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3217791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a:extLst>
            <a:ext uri="{FF2B5EF4-FFF2-40B4-BE49-F238E27FC236}">
              <a16:creationId xmlns:a16="http://schemas.microsoft.com/office/drawing/2014/main" id="{E5B5C7FD-B178-071F-2D45-0C3576C55926}"/>
            </a:ext>
          </a:extLst>
        </p:cNvPr>
        <p:cNvGrpSpPr/>
        <p:nvPr/>
      </p:nvGrpSpPr>
      <p:grpSpPr>
        <a:xfrm>
          <a:off x="0" y="0"/>
          <a:ext cx="0" cy="0"/>
          <a:chOff x="0" y="0"/>
          <a:chExt cx="0" cy="0"/>
        </a:xfrm>
      </p:grpSpPr>
      <p:sp>
        <p:nvSpPr>
          <p:cNvPr id="306" name="Google Shape;306;p1:notes">
            <a:extLst>
              <a:ext uri="{FF2B5EF4-FFF2-40B4-BE49-F238E27FC236}">
                <a16:creationId xmlns:a16="http://schemas.microsoft.com/office/drawing/2014/main" id="{89B663D1-FA59-7FCA-A8BC-904057B4338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7" name="Google Shape;307;p1:notes">
            <a:extLst>
              <a:ext uri="{FF2B5EF4-FFF2-40B4-BE49-F238E27FC236}">
                <a16:creationId xmlns:a16="http://schemas.microsoft.com/office/drawing/2014/main" id="{840CEA57-5DD8-1986-306A-B363B50DB103}"/>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1884487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a:extLst>
            <a:ext uri="{FF2B5EF4-FFF2-40B4-BE49-F238E27FC236}">
              <a16:creationId xmlns:a16="http://schemas.microsoft.com/office/drawing/2014/main" id="{32FD849F-4413-55B7-CAF0-CF33CAD83A1A}"/>
            </a:ext>
          </a:extLst>
        </p:cNvPr>
        <p:cNvGrpSpPr/>
        <p:nvPr/>
      </p:nvGrpSpPr>
      <p:grpSpPr>
        <a:xfrm>
          <a:off x="0" y="0"/>
          <a:ext cx="0" cy="0"/>
          <a:chOff x="0" y="0"/>
          <a:chExt cx="0" cy="0"/>
        </a:xfrm>
      </p:grpSpPr>
      <p:sp>
        <p:nvSpPr>
          <p:cNvPr id="311" name="Google Shape;311;p2:notes">
            <a:extLst>
              <a:ext uri="{FF2B5EF4-FFF2-40B4-BE49-F238E27FC236}">
                <a16:creationId xmlns:a16="http://schemas.microsoft.com/office/drawing/2014/main" id="{C314CCF8-F34B-EA80-66A1-79DC68E798F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12" name="Google Shape;312;p2:notes">
            <a:extLst>
              <a:ext uri="{FF2B5EF4-FFF2-40B4-BE49-F238E27FC236}">
                <a16:creationId xmlns:a16="http://schemas.microsoft.com/office/drawing/2014/main" id="{9C217A16-A0EB-C381-8893-5BCF337690C9}"/>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5004901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a:extLst>
            <a:ext uri="{FF2B5EF4-FFF2-40B4-BE49-F238E27FC236}">
              <a16:creationId xmlns:a16="http://schemas.microsoft.com/office/drawing/2014/main" id="{D3112B65-D20A-41FC-3D63-FDF71084CFFF}"/>
            </a:ext>
          </a:extLst>
        </p:cNvPr>
        <p:cNvGrpSpPr/>
        <p:nvPr/>
      </p:nvGrpSpPr>
      <p:grpSpPr>
        <a:xfrm>
          <a:off x="0" y="0"/>
          <a:ext cx="0" cy="0"/>
          <a:chOff x="0" y="0"/>
          <a:chExt cx="0" cy="0"/>
        </a:xfrm>
      </p:grpSpPr>
      <p:sp>
        <p:nvSpPr>
          <p:cNvPr id="311" name="Google Shape;311;p2:notes">
            <a:extLst>
              <a:ext uri="{FF2B5EF4-FFF2-40B4-BE49-F238E27FC236}">
                <a16:creationId xmlns:a16="http://schemas.microsoft.com/office/drawing/2014/main" id="{8D56D62B-A7C7-EFB4-2185-D1AE20C6035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12" name="Google Shape;312;p2:notes">
            <a:extLst>
              <a:ext uri="{FF2B5EF4-FFF2-40B4-BE49-F238E27FC236}">
                <a16:creationId xmlns:a16="http://schemas.microsoft.com/office/drawing/2014/main" id="{CAFABEEC-DC62-6CFA-8521-C63B4B7B5C6F}"/>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2935707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a:extLst>
            <a:ext uri="{FF2B5EF4-FFF2-40B4-BE49-F238E27FC236}">
              <a16:creationId xmlns:a16="http://schemas.microsoft.com/office/drawing/2014/main" id="{E4FBFCB3-5BE5-BACB-EFE3-E351E0E5DBFF}"/>
            </a:ext>
          </a:extLst>
        </p:cNvPr>
        <p:cNvGrpSpPr/>
        <p:nvPr/>
      </p:nvGrpSpPr>
      <p:grpSpPr>
        <a:xfrm>
          <a:off x="0" y="0"/>
          <a:ext cx="0" cy="0"/>
          <a:chOff x="0" y="0"/>
          <a:chExt cx="0" cy="0"/>
        </a:xfrm>
      </p:grpSpPr>
      <p:sp>
        <p:nvSpPr>
          <p:cNvPr id="311" name="Google Shape;311;p2:notes">
            <a:extLst>
              <a:ext uri="{FF2B5EF4-FFF2-40B4-BE49-F238E27FC236}">
                <a16:creationId xmlns:a16="http://schemas.microsoft.com/office/drawing/2014/main" id="{EFBC786A-573B-8B6E-B8CB-93E015895D5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12" name="Google Shape;312;p2:notes">
            <a:extLst>
              <a:ext uri="{FF2B5EF4-FFF2-40B4-BE49-F238E27FC236}">
                <a16:creationId xmlns:a16="http://schemas.microsoft.com/office/drawing/2014/main" id="{DBC6D71E-7F7A-B828-5C1D-609183A76A24}"/>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9222615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a:extLst>
            <a:ext uri="{FF2B5EF4-FFF2-40B4-BE49-F238E27FC236}">
              <a16:creationId xmlns:a16="http://schemas.microsoft.com/office/drawing/2014/main" id="{6C5DF769-948F-AC14-0ABC-1E5F8BA043AA}"/>
            </a:ext>
          </a:extLst>
        </p:cNvPr>
        <p:cNvGrpSpPr/>
        <p:nvPr/>
      </p:nvGrpSpPr>
      <p:grpSpPr>
        <a:xfrm>
          <a:off x="0" y="0"/>
          <a:ext cx="0" cy="0"/>
          <a:chOff x="0" y="0"/>
          <a:chExt cx="0" cy="0"/>
        </a:xfrm>
      </p:grpSpPr>
      <p:sp>
        <p:nvSpPr>
          <p:cNvPr id="311" name="Google Shape;311;p2:notes">
            <a:extLst>
              <a:ext uri="{FF2B5EF4-FFF2-40B4-BE49-F238E27FC236}">
                <a16:creationId xmlns:a16="http://schemas.microsoft.com/office/drawing/2014/main" id="{8CDAFE01-1E3A-24E4-35B9-46D6AE6A950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12" name="Google Shape;312;p2:notes">
            <a:extLst>
              <a:ext uri="{FF2B5EF4-FFF2-40B4-BE49-F238E27FC236}">
                <a16:creationId xmlns:a16="http://schemas.microsoft.com/office/drawing/2014/main" id="{9F349BC0-7338-1017-8577-352B0BBCC924}"/>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2238681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a:extLst>
            <a:ext uri="{FF2B5EF4-FFF2-40B4-BE49-F238E27FC236}">
              <a16:creationId xmlns:a16="http://schemas.microsoft.com/office/drawing/2014/main" id="{85611A2C-B3F5-4AE3-39D1-6A1174C1D609}"/>
            </a:ext>
          </a:extLst>
        </p:cNvPr>
        <p:cNvGrpSpPr/>
        <p:nvPr/>
      </p:nvGrpSpPr>
      <p:grpSpPr>
        <a:xfrm>
          <a:off x="0" y="0"/>
          <a:ext cx="0" cy="0"/>
          <a:chOff x="0" y="0"/>
          <a:chExt cx="0" cy="0"/>
        </a:xfrm>
      </p:grpSpPr>
      <p:sp>
        <p:nvSpPr>
          <p:cNvPr id="306" name="Google Shape;306;p1:notes">
            <a:extLst>
              <a:ext uri="{FF2B5EF4-FFF2-40B4-BE49-F238E27FC236}">
                <a16:creationId xmlns:a16="http://schemas.microsoft.com/office/drawing/2014/main" id="{F5C81F0B-169D-460D-F3F9-31ADF8165E1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7" name="Google Shape;307;p1:notes">
            <a:extLst>
              <a:ext uri="{FF2B5EF4-FFF2-40B4-BE49-F238E27FC236}">
                <a16:creationId xmlns:a16="http://schemas.microsoft.com/office/drawing/2014/main" id="{804CA341-BB38-6205-4956-B90CB637DFCC}"/>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893275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4">
          <a:extLst>
            <a:ext uri="{FF2B5EF4-FFF2-40B4-BE49-F238E27FC236}">
              <a16:creationId xmlns:a16="http://schemas.microsoft.com/office/drawing/2014/main" id="{FFAB78A0-BDCF-B459-0CB9-1519D6020237}"/>
            </a:ext>
          </a:extLst>
        </p:cNvPr>
        <p:cNvGrpSpPr/>
        <p:nvPr/>
      </p:nvGrpSpPr>
      <p:grpSpPr>
        <a:xfrm>
          <a:off x="0" y="0"/>
          <a:ext cx="0" cy="0"/>
          <a:chOff x="0" y="0"/>
          <a:chExt cx="0" cy="0"/>
        </a:xfrm>
      </p:grpSpPr>
      <p:sp>
        <p:nvSpPr>
          <p:cNvPr id="505" name="Google Shape;505;p37:notes">
            <a:extLst>
              <a:ext uri="{FF2B5EF4-FFF2-40B4-BE49-F238E27FC236}">
                <a16:creationId xmlns:a16="http://schemas.microsoft.com/office/drawing/2014/main" id="{1E50F1B5-C8C2-A550-BF2F-0DDA7E11219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06" name="Google Shape;506;p37:notes">
            <a:extLst>
              <a:ext uri="{FF2B5EF4-FFF2-40B4-BE49-F238E27FC236}">
                <a16:creationId xmlns:a16="http://schemas.microsoft.com/office/drawing/2014/main" id="{70A4E0B4-16A9-A9CB-9949-456982612C01}"/>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8977304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3">
          <a:extLst>
            <a:ext uri="{FF2B5EF4-FFF2-40B4-BE49-F238E27FC236}">
              <a16:creationId xmlns:a16="http://schemas.microsoft.com/office/drawing/2014/main" id="{4ABC4713-D2F3-6A5C-4C52-70C95122EA5E}"/>
            </a:ext>
          </a:extLst>
        </p:cNvPr>
        <p:cNvGrpSpPr/>
        <p:nvPr/>
      </p:nvGrpSpPr>
      <p:grpSpPr>
        <a:xfrm>
          <a:off x="0" y="0"/>
          <a:ext cx="0" cy="0"/>
          <a:chOff x="0" y="0"/>
          <a:chExt cx="0" cy="0"/>
        </a:xfrm>
      </p:grpSpPr>
      <p:sp>
        <p:nvSpPr>
          <p:cNvPr id="474" name="Google Shape;474;p31:notes">
            <a:extLst>
              <a:ext uri="{FF2B5EF4-FFF2-40B4-BE49-F238E27FC236}">
                <a16:creationId xmlns:a16="http://schemas.microsoft.com/office/drawing/2014/main" id="{7C9D368B-CB08-2031-8253-79A8229F94A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75" name="Google Shape;475;p31:notes">
            <a:extLst>
              <a:ext uri="{FF2B5EF4-FFF2-40B4-BE49-F238E27FC236}">
                <a16:creationId xmlns:a16="http://schemas.microsoft.com/office/drawing/2014/main" id="{8A2F19CC-72A8-CD5F-A8A8-1EEFDB3CB0C6}"/>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6264703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3">
          <a:extLst>
            <a:ext uri="{FF2B5EF4-FFF2-40B4-BE49-F238E27FC236}">
              <a16:creationId xmlns:a16="http://schemas.microsoft.com/office/drawing/2014/main" id="{A31C59AC-F244-1EDF-17B4-B38D858B750E}"/>
            </a:ext>
          </a:extLst>
        </p:cNvPr>
        <p:cNvGrpSpPr/>
        <p:nvPr/>
      </p:nvGrpSpPr>
      <p:grpSpPr>
        <a:xfrm>
          <a:off x="0" y="0"/>
          <a:ext cx="0" cy="0"/>
          <a:chOff x="0" y="0"/>
          <a:chExt cx="0" cy="0"/>
        </a:xfrm>
      </p:grpSpPr>
      <p:sp>
        <p:nvSpPr>
          <p:cNvPr id="474" name="Google Shape;474;p31:notes">
            <a:extLst>
              <a:ext uri="{FF2B5EF4-FFF2-40B4-BE49-F238E27FC236}">
                <a16:creationId xmlns:a16="http://schemas.microsoft.com/office/drawing/2014/main" id="{96AA7D57-FBC7-EE92-D78B-B9C0E20E577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75" name="Google Shape;475;p31:notes">
            <a:extLst>
              <a:ext uri="{FF2B5EF4-FFF2-40B4-BE49-F238E27FC236}">
                <a16:creationId xmlns:a16="http://schemas.microsoft.com/office/drawing/2014/main" id="{D0166292-68D4-FE68-A5AF-F9B2C888DB25}"/>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8220478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3">
          <a:extLst>
            <a:ext uri="{FF2B5EF4-FFF2-40B4-BE49-F238E27FC236}">
              <a16:creationId xmlns:a16="http://schemas.microsoft.com/office/drawing/2014/main" id="{888B517D-FE18-3954-F70A-008C548C67BE}"/>
            </a:ext>
          </a:extLst>
        </p:cNvPr>
        <p:cNvGrpSpPr/>
        <p:nvPr/>
      </p:nvGrpSpPr>
      <p:grpSpPr>
        <a:xfrm>
          <a:off x="0" y="0"/>
          <a:ext cx="0" cy="0"/>
          <a:chOff x="0" y="0"/>
          <a:chExt cx="0" cy="0"/>
        </a:xfrm>
      </p:grpSpPr>
      <p:sp>
        <p:nvSpPr>
          <p:cNvPr id="474" name="Google Shape;474;p31:notes">
            <a:extLst>
              <a:ext uri="{FF2B5EF4-FFF2-40B4-BE49-F238E27FC236}">
                <a16:creationId xmlns:a16="http://schemas.microsoft.com/office/drawing/2014/main" id="{95DF67DC-1944-8530-A1E7-35C70CCD60E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75" name="Google Shape;475;p31:notes">
            <a:extLst>
              <a:ext uri="{FF2B5EF4-FFF2-40B4-BE49-F238E27FC236}">
                <a16:creationId xmlns:a16="http://schemas.microsoft.com/office/drawing/2014/main" id="{1BA96FE4-6637-49C0-1A20-004A09A8AD37}"/>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4725700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0"/>
        <p:cNvGrpSpPr/>
        <p:nvPr/>
      </p:nvGrpSpPr>
      <p:grpSpPr>
        <a:xfrm>
          <a:off x="0" y="0"/>
          <a:ext cx="0" cy="0"/>
          <a:chOff x="0" y="0"/>
          <a:chExt cx="0" cy="0"/>
        </a:xfrm>
      </p:grpSpPr>
      <p:sp>
        <p:nvSpPr>
          <p:cNvPr id="321" name="Google Shape;321;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22" name="Google Shape;322;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p:cNvGrpSpPr/>
        <p:nvPr/>
      </p:nvGrpSpPr>
      <p:grpSpPr>
        <a:xfrm>
          <a:off x="0" y="0"/>
          <a:ext cx="0" cy="0"/>
          <a:chOff x="0" y="0"/>
          <a:chExt cx="0" cy="0"/>
        </a:xfrm>
      </p:grpSpPr>
      <p:sp>
        <p:nvSpPr>
          <p:cNvPr id="331" name="Google Shape;331;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32" name="Google Shape;332;p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5"/>
        <p:cNvGrpSpPr/>
        <p:nvPr/>
      </p:nvGrpSpPr>
      <p:grpSpPr>
        <a:xfrm>
          <a:off x="0" y="0"/>
          <a:ext cx="0" cy="0"/>
          <a:chOff x="0" y="0"/>
          <a:chExt cx="0" cy="0"/>
        </a:xfrm>
      </p:grpSpPr>
      <p:sp>
        <p:nvSpPr>
          <p:cNvPr id="326" name="Google Shape;326;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27" name="Google Shape;327;p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a:extLst>
            <a:ext uri="{FF2B5EF4-FFF2-40B4-BE49-F238E27FC236}">
              <a16:creationId xmlns:a16="http://schemas.microsoft.com/office/drawing/2014/main" id="{A731C151-89FE-111F-FEFC-C86F03E4E8F0}"/>
            </a:ext>
          </a:extLst>
        </p:cNvPr>
        <p:cNvGrpSpPr/>
        <p:nvPr/>
      </p:nvGrpSpPr>
      <p:grpSpPr>
        <a:xfrm>
          <a:off x="0" y="0"/>
          <a:ext cx="0" cy="0"/>
          <a:chOff x="0" y="0"/>
          <a:chExt cx="0" cy="0"/>
        </a:xfrm>
      </p:grpSpPr>
      <p:sp>
        <p:nvSpPr>
          <p:cNvPr id="331" name="Google Shape;331;p6:notes">
            <a:extLst>
              <a:ext uri="{FF2B5EF4-FFF2-40B4-BE49-F238E27FC236}">
                <a16:creationId xmlns:a16="http://schemas.microsoft.com/office/drawing/2014/main" id="{DCA94AEC-3219-15BE-5384-80F7BC82A924}"/>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32" name="Google Shape;332;p6:notes">
            <a:extLst>
              <a:ext uri="{FF2B5EF4-FFF2-40B4-BE49-F238E27FC236}">
                <a16:creationId xmlns:a16="http://schemas.microsoft.com/office/drawing/2014/main" id="{941989E9-9DD0-6A8F-E5BB-D7807FD55166}"/>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3832015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a:extLst>
            <a:ext uri="{FF2B5EF4-FFF2-40B4-BE49-F238E27FC236}">
              <a16:creationId xmlns:a16="http://schemas.microsoft.com/office/drawing/2014/main" id="{9CC041E7-86EE-BE69-BD2C-1E6CC79720F1}"/>
            </a:ext>
          </a:extLst>
        </p:cNvPr>
        <p:cNvGrpSpPr/>
        <p:nvPr/>
      </p:nvGrpSpPr>
      <p:grpSpPr>
        <a:xfrm>
          <a:off x="0" y="0"/>
          <a:ext cx="0" cy="0"/>
          <a:chOff x="0" y="0"/>
          <a:chExt cx="0" cy="0"/>
        </a:xfrm>
      </p:grpSpPr>
      <p:sp>
        <p:nvSpPr>
          <p:cNvPr id="331" name="Google Shape;331;p6:notes">
            <a:extLst>
              <a:ext uri="{FF2B5EF4-FFF2-40B4-BE49-F238E27FC236}">
                <a16:creationId xmlns:a16="http://schemas.microsoft.com/office/drawing/2014/main" id="{6F47320C-72E8-158C-10B6-5D01702F4EBF}"/>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32" name="Google Shape;332;p6:notes">
            <a:extLst>
              <a:ext uri="{FF2B5EF4-FFF2-40B4-BE49-F238E27FC236}">
                <a16:creationId xmlns:a16="http://schemas.microsoft.com/office/drawing/2014/main" id="{2AE975E5-F428-17D0-A5C6-B64FA5AFD376}"/>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6978136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a:extLst>
            <a:ext uri="{FF2B5EF4-FFF2-40B4-BE49-F238E27FC236}">
              <a16:creationId xmlns:a16="http://schemas.microsoft.com/office/drawing/2014/main" id="{BE8B155A-E389-9AC1-8E25-7C91737A6499}"/>
            </a:ext>
          </a:extLst>
        </p:cNvPr>
        <p:cNvGrpSpPr/>
        <p:nvPr/>
      </p:nvGrpSpPr>
      <p:grpSpPr>
        <a:xfrm>
          <a:off x="0" y="0"/>
          <a:ext cx="0" cy="0"/>
          <a:chOff x="0" y="0"/>
          <a:chExt cx="0" cy="0"/>
        </a:xfrm>
      </p:grpSpPr>
      <p:sp>
        <p:nvSpPr>
          <p:cNvPr id="331" name="Google Shape;331;p6:notes">
            <a:extLst>
              <a:ext uri="{FF2B5EF4-FFF2-40B4-BE49-F238E27FC236}">
                <a16:creationId xmlns:a16="http://schemas.microsoft.com/office/drawing/2014/main" id="{327C68EF-48A5-2AD3-80C9-3662F7DB9187}"/>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32" name="Google Shape;332;p6:notes">
            <a:extLst>
              <a:ext uri="{FF2B5EF4-FFF2-40B4-BE49-F238E27FC236}">
                <a16:creationId xmlns:a16="http://schemas.microsoft.com/office/drawing/2014/main" id="{83B83912-F9EF-5250-3850-5B2113BF133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2568776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a:extLst>
            <a:ext uri="{FF2B5EF4-FFF2-40B4-BE49-F238E27FC236}">
              <a16:creationId xmlns:a16="http://schemas.microsoft.com/office/drawing/2014/main" id="{747A9D75-5590-7B12-434B-B92ADEE42C66}"/>
            </a:ext>
          </a:extLst>
        </p:cNvPr>
        <p:cNvGrpSpPr/>
        <p:nvPr/>
      </p:nvGrpSpPr>
      <p:grpSpPr>
        <a:xfrm>
          <a:off x="0" y="0"/>
          <a:ext cx="0" cy="0"/>
          <a:chOff x="0" y="0"/>
          <a:chExt cx="0" cy="0"/>
        </a:xfrm>
      </p:grpSpPr>
      <p:sp>
        <p:nvSpPr>
          <p:cNvPr id="331" name="Google Shape;331;p6:notes">
            <a:extLst>
              <a:ext uri="{FF2B5EF4-FFF2-40B4-BE49-F238E27FC236}">
                <a16:creationId xmlns:a16="http://schemas.microsoft.com/office/drawing/2014/main" id="{6B6A47FA-05BB-AAE1-50BE-BF11F93E9556}"/>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32" name="Google Shape;332;p6:notes">
            <a:extLst>
              <a:ext uri="{FF2B5EF4-FFF2-40B4-BE49-F238E27FC236}">
                <a16:creationId xmlns:a16="http://schemas.microsoft.com/office/drawing/2014/main" id="{C7DC8EFF-1F98-154E-33A8-162FF060593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6752524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a:extLst>
            <a:ext uri="{FF2B5EF4-FFF2-40B4-BE49-F238E27FC236}">
              <a16:creationId xmlns:a16="http://schemas.microsoft.com/office/drawing/2014/main" id="{AE1311B2-7CC0-1846-55F6-B91FA6957122}"/>
            </a:ext>
          </a:extLst>
        </p:cNvPr>
        <p:cNvGrpSpPr/>
        <p:nvPr/>
      </p:nvGrpSpPr>
      <p:grpSpPr>
        <a:xfrm>
          <a:off x="0" y="0"/>
          <a:ext cx="0" cy="0"/>
          <a:chOff x="0" y="0"/>
          <a:chExt cx="0" cy="0"/>
        </a:xfrm>
      </p:grpSpPr>
      <p:sp>
        <p:nvSpPr>
          <p:cNvPr id="331" name="Google Shape;331;p6:notes">
            <a:extLst>
              <a:ext uri="{FF2B5EF4-FFF2-40B4-BE49-F238E27FC236}">
                <a16:creationId xmlns:a16="http://schemas.microsoft.com/office/drawing/2014/main" id="{1E79F290-5360-7BF6-A076-E728B27BD1D2}"/>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32" name="Google Shape;332;p6:notes">
            <a:extLst>
              <a:ext uri="{FF2B5EF4-FFF2-40B4-BE49-F238E27FC236}">
                <a16:creationId xmlns:a16="http://schemas.microsoft.com/office/drawing/2014/main" id="{A73B848A-E5FB-ECA6-90D3-4CA41728EB80}"/>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9106610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5">
          <a:extLst>
            <a:ext uri="{FF2B5EF4-FFF2-40B4-BE49-F238E27FC236}">
              <a16:creationId xmlns:a16="http://schemas.microsoft.com/office/drawing/2014/main" id="{92728A8B-EE9D-28CC-4C0F-227450F42268}"/>
            </a:ext>
          </a:extLst>
        </p:cNvPr>
        <p:cNvGrpSpPr/>
        <p:nvPr/>
      </p:nvGrpSpPr>
      <p:grpSpPr>
        <a:xfrm>
          <a:off x="0" y="0"/>
          <a:ext cx="0" cy="0"/>
          <a:chOff x="0" y="0"/>
          <a:chExt cx="0" cy="0"/>
        </a:xfrm>
      </p:grpSpPr>
      <p:sp>
        <p:nvSpPr>
          <p:cNvPr id="326" name="Google Shape;326;p5:notes">
            <a:extLst>
              <a:ext uri="{FF2B5EF4-FFF2-40B4-BE49-F238E27FC236}">
                <a16:creationId xmlns:a16="http://schemas.microsoft.com/office/drawing/2014/main" id="{A38D5AA6-B537-DF2E-891F-560D5B03F9EF}"/>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27" name="Google Shape;327;p5:notes">
            <a:extLst>
              <a:ext uri="{FF2B5EF4-FFF2-40B4-BE49-F238E27FC236}">
                <a16:creationId xmlns:a16="http://schemas.microsoft.com/office/drawing/2014/main" id="{D74EFDB3-F49E-7CAA-F1AC-53D66AAB1541}"/>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6785544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a:extLst>
            <a:ext uri="{FF2B5EF4-FFF2-40B4-BE49-F238E27FC236}">
              <a16:creationId xmlns:a16="http://schemas.microsoft.com/office/drawing/2014/main" id="{23AF45A6-2B6B-983C-F8CD-A747A7524289}"/>
            </a:ext>
          </a:extLst>
        </p:cNvPr>
        <p:cNvGrpSpPr/>
        <p:nvPr/>
      </p:nvGrpSpPr>
      <p:grpSpPr>
        <a:xfrm>
          <a:off x="0" y="0"/>
          <a:ext cx="0" cy="0"/>
          <a:chOff x="0" y="0"/>
          <a:chExt cx="0" cy="0"/>
        </a:xfrm>
      </p:grpSpPr>
      <p:sp>
        <p:nvSpPr>
          <p:cNvPr id="331" name="Google Shape;331;p6:notes">
            <a:extLst>
              <a:ext uri="{FF2B5EF4-FFF2-40B4-BE49-F238E27FC236}">
                <a16:creationId xmlns:a16="http://schemas.microsoft.com/office/drawing/2014/main" id="{F30B5F0F-F387-2E7D-C85C-3437E1EB3841}"/>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32" name="Google Shape;332;p6:notes">
            <a:extLst>
              <a:ext uri="{FF2B5EF4-FFF2-40B4-BE49-F238E27FC236}">
                <a16:creationId xmlns:a16="http://schemas.microsoft.com/office/drawing/2014/main" id="{E024B8CE-96BB-6F4A-1A96-210C89BD11F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6222773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5">
          <a:extLst>
            <a:ext uri="{FF2B5EF4-FFF2-40B4-BE49-F238E27FC236}">
              <a16:creationId xmlns:a16="http://schemas.microsoft.com/office/drawing/2014/main" id="{9B85DEC6-8959-E2E7-ABE1-718B360B20B3}"/>
            </a:ext>
          </a:extLst>
        </p:cNvPr>
        <p:cNvGrpSpPr/>
        <p:nvPr/>
      </p:nvGrpSpPr>
      <p:grpSpPr>
        <a:xfrm>
          <a:off x="0" y="0"/>
          <a:ext cx="0" cy="0"/>
          <a:chOff x="0" y="0"/>
          <a:chExt cx="0" cy="0"/>
        </a:xfrm>
      </p:grpSpPr>
      <p:sp>
        <p:nvSpPr>
          <p:cNvPr id="546" name="Google Shape;546;p45:notes">
            <a:extLst>
              <a:ext uri="{FF2B5EF4-FFF2-40B4-BE49-F238E27FC236}">
                <a16:creationId xmlns:a16="http://schemas.microsoft.com/office/drawing/2014/main" id="{612C7708-F561-D8E7-79CD-1169FDDB8D4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47" name="Google Shape;547;p45:notes">
            <a:extLst>
              <a:ext uri="{FF2B5EF4-FFF2-40B4-BE49-F238E27FC236}">
                <a16:creationId xmlns:a16="http://schemas.microsoft.com/office/drawing/2014/main" id="{2B4ABB18-D9BC-2AC7-8F34-397E3C67E68B}"/>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0021532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a:extLst>
            <a:ext uri="{FF2B5EF4-FFF2-40B4-BE49-F238E27FC236}">
              <a16:creationId xmlns:a16="http://schemas.microsoft.com/office/drawing/2014/main" id="{39DD2C3A-84CF-8BF5-42C0-53760D969175}"/>
            </a:ext>
          </a:extLst>
        </p:cNvPr>
        <p:cNvGrpSpPr/>
        <p:nvPr/>
      </p:nvGrpSpPr>
      <p:grpSpPr>
        <a:xfrm>
          <a:off x="0" y="0"/>
          <a:ext cx="0" cy="0"/>
          <a:chOff x="0" y="0"/>
          <a:chExt cx="0" cy="0"/>
        </a:xfrm>
      </p:grpSpPr>
      <p:sp>
        <p:nvSpPr>
          <p:cNvPr id="331" name="Google Shape;331;p6:notes">
            <a:extLst>
              <a:ext uri="{FF2B5EF4-FFF2-40B4-BE49-F238E27FC236}">
                <a16:creationId xmlns:a16="http://schemas.microsoft.com/office/drawing/2014/main" id="{AF420E5E-BBB4-0B09-ADA0-982D97AFE3AC}"/>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32" name="Google Shape;332;p6:notes">
            <a:extLst>
              <a:ext uri="{FF2B5EF4-FFF2-40B4-BE49-F238E27FC236}">
                <a16:creationId xmlns:a16="http://schemas.microsoft.com/office/drawing/2014/main" id="{9C449539-5C17-82ED-5DCE-2DBD1DFEDD8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0711272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5">
          <a:extLst>
            <a:ext uri="{FF2B5EF4-FFF2-40B4-BE49-F238E27FC236}">
              <a16:creationId xmlns:a16="http://schemas.microsoft.com/office/drawing/2014/main" id="{B1055F0E-03D0-A8F3-F51E-FE6165AFE944}"/>
            </a:ext>
          </a:extLst>
        </p:cNvPr>
        <p:cNvGrpSpPr/>
        <p:nvPr/>
      </p:nvGrpSpPr>
      <p:grpSpPr>
        <a:xfrm>
          <a:off x="0" y="0"/>
          <a:ext cx="0" cy="0"/>
          <a:chOff x="0" y="0"/>
          <a:chExt cx="0" cy="0"/>
        </a:xfrm>
      </p:grpSpPr>
      <p:sp>
        <p:nvSpPr>
          <p:cNvPr id="546" name="Google Shape;546;p45:notes">
            <a:extLst>
              <a:ext uri="{FF2B5EF4-FFF2-40B4-BE49-F238E27FC236}">
                <a16:creationId xmlns:a16="http://schemas.microsoft.com/office/drawing/2014/main" id="{7F99C37D-AA6C-4A59-13AF-AE94C17D200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47" name="Google Shape;547;p45:notes">
            <a:extLst>
              <a:ext uri="{FF2B5EF4-FFF2-40B4-BE49-F238E27FC236}">
                <a16:creationId xmlns:a16="http://schemas.microsoft.com/office/drawing/2014/main" id="{8B4B4A14-35AD-8899-6BC1-5D26BF23039F}"/>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8690837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a:extLst>
            <a:ext uri="{FF2B5EF4-FFF2-40B4-BE49-F238E27FC236}">
              <a16:creationId xmlns:a16="http://schemas.microsoft.com/office/drawing/2014/main" id="{A81A88B2-CD5B-5C75-D679-8A62EEF381B4}"/>
            </a:ext>
          </a:extLst>
        </p:cNvPr>
        <p:cNvGrpSpPr/>
        <p:nvPr/>
      </p:nvGrpSpPr>
      <p:grpSpPr>
        <a:xfrm>
          <a:off x="0" y="0"/>
          <a:ext cx="0" cy="0"/>
          <a:chOff x="0" y="0"/>
          <a:chExt cx="0" cy="0"/>
        </a:xfrm>
      </p:grpSpPr>
      <p:sp>
        <p:nvSpPr>
          <p:cNvPr id="331" name="Google Shape;331;p6:notes">
            <a:extLst>
              <a:ext uri="{FF2B5EF4-FFF2-40B4-BE49-F238E27FC236}">
                <a16:creationId xmlns:a16="http://schemas.microsoft.com/office/drawing/2014/main" id="{4F4C60C0-9B3E-7F17-BE7F-0AEA470413C1}"/>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32" name="Google Shape;332;p6:notes">
            <a:extLst>
              <a:ext uri="{FF2B5EF4-FFF2-40B4-BE49-F238E27FC236}">
                <a16:creationId xmlns:a16="http://schemas.microsoft.com/office/drawing/2014/main" id="{28408783-D5AD-954C-CF23-2B1BF7F2E63A}"/>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4696211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a:extLst>
            <a:ext uri="{FF2B5EF4-FFF2-40B4-BE49-F238E27FC236}">
              <a16:creationId xmlns:a16="http://schemas.microsoft.com/office/drawing/2014/main" id="{A221720A-09E8-CF31-27BA-EDA6BB568955}"/>
            </a:ext>
          </a:extLst>
        </p:cNvPr>
        <p:cNvGrpSpPr/>
        <p:nvPr/>
      </p:nvGrpSpPr>
      <p:grpSpPr>
        <a:xfrm>
          <a:off x="0" y="0"/>
          <a:ext cx="0" cy="0"/>
          <a:chOff x="0" y="0"/>
          <a:chExt cx="0" cy="0"/>
        </a:xfrm>
      </p:grpSpPr>
      <p:sp>
        <p:nvSpPr>
          <p:cNvPr id="331" name="Google Shape;331;p6:notes">
            <a:extLst>
              <a:ext uri="{FF2B5EF4-FFF2-40B4-BE49-F238E27FC236}">
                <a16:creationId xmlns:a16="http://schemas.microsoft.com/office/drawing/2014/main" id="{F7659712-A6C0-6BEE-4498-F45B49B3D477}"/>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32" name="Google Shape;332;p6:notes">
            <a:extLst>
              <a:ext uri="{FF2B5EF4-FFF2-40B4-BE49-F238E27FC236}">
                <a16:creationId xmlns:a16="http://schemas.microsoft.com/office/drawing/2014/main" id="{665D3805-CED9-D0C1-591D-8627AAF40879}"/>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2892415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5">
          <a:extLst>
            <a:ext uri="{FF2B5EF4-FFF2-40B4-BE49-F238E27FC236}">
              <a16:creationId xmlns:a16="http://schemas.microsoft.com/office/drawing/2014/main" id="{BAF53848-AA82-B9CA-9307-4482E1669384}"/>
            </a:ext>
          </a:extLst>
        </p:cNvPr>
        <p:cNvGrpSpPr/>
        <p:nvPr/>
      </p:nvGrpSpPr>
      <p:grpSpPr>
        <a:xfrm>
          <a:off x="0" y="0"/>
          <a:ext cx="0" cy="0"/>
          <a:chOff x="0" y="0"/>
          <a:chExt cx="0" cy="0"/>
        </a:xfrm>
      </p:grpSpPr>
      <p:sp>
        <p:nvSpPr>
          <p:cNvPr id="326" name="Google Shape;326;p5:notes">
            <a:extLst>
              <a:ext uri="{FF2B5EF4-FFF2-40B4-BE49-F238E27FC236}">
                <a16:creationId xmlns:a16="http://schemas.microsoft.com/office/drawing/2014/main" id="{95DEC992-1B33-2A90-CE03-AB8CF8E8D745}"/>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27" name="Google Shape;327;p5:notes">
            <a:extLst>
              <a:ext uri="{FF2B5EF4-FFF2-40B4-BE49-F238E27FC236}">
                <a16:creationId xmlns:a16="http://schemas.microsoft.com/office/drawing/2014/main" id="{4DE19B2D-CD38-B7B1-E178-C23759607F60}"/>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2020471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6"/>
        <p:cNvGrpSpPr/>
        <p:nvPr/>
      </p:nvGrpSpPr>
      <p:grpSpPr>
        <a:xfrm>
          <a:off x="0" y="0"/>
          <a:ext cx="0" cy="0"/>
          <a:chOff x="0" y="0"/>
          <a:chExt cx="0" cy="0"/>
        </a:xfrm>
      </p:grpSpPr>
      <p:sp>
        <p:nvSpPr>
          <p:cNvPr id="337" name="Google Shape;337;p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38" name="Google Shape;338;p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p:cNvGrpSpPr/>
        <p:nvPr/>
      </p:nvGrpSpPr>
      <p:grpSpPr>
        <a:xfrm>
          <a:off x="0" y="0"/>
          <a:ext cx="0" cy="0"/>
          <a:chOff x="0" y="0"/>
          <a:chExt cx="0" cy="0"/>
        </a:xfrm>
      </p:grpSpPr>
      <p:sp>
        <p:nvSpPr>
          <p:cNvPr id="331" name="Google Shape;331;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32" name="Google Shape;332;p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3347500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6">
          <a:extLst>
            <a:ext uri="{FF2B5EF4-FFF2-40B4-BE49-F238E27FC236}">
              <a16:creationId xmlns:a16="http://schemas.microsoft.com/office/drawing/2014/main" id="{72137EDF-D862-7F80-1B2A-97345527FF0E}"/>
            </a:ext>
          </a:extLst>
        </p:cNvPr>
        <p:cNvGrpSpPr/>
        <p:nvPr/>
      </p:nvGrpSpPr>
      <p:grpSpPr>
        <a:xfrm>
          <a:off x="0" y="0"/>
          <a:ext cx="0" cy="0"/>
          <a:chOff x="0" y="0"/>
          <a:chExt cx="0" cy="0"/>
        </a:xfrm>
      </p:grpSpPr>
      <p:sp>
        <p:nvSpPr>
          <p:cNvPr id="337" name="Google Shape;337;p7:notes">
            <a:extLst>
              <a:ext uri="{FF2B5EF4-FFF2-40B4-BE49-F238E27FC236}">
                <a16:creationId xmlns:a16="http://schemas.microsoft.com/office/drawing/2014/main" id="{705F61C5-8BE5-27B1-AFBD-4015D4F64A36}"/>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38" name="Google Shape;338;p7:notes">
            <a:extLst>
              <a:ext uri="{FF2B5EF4-FFF2-40B4-BE49-F238E27FC236}">
                <a16:creationId xmlns:a16="http://schemas.microsoft.com/office/drawing/2014/main" id="{9B45570A-E425-27B0-1F10-15D98DFC951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9908182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a:extLst>
            <a:ext uri="{FF2B5EF4-FFF2-40B4-BE49-F238E27FC236}">
              <a16:creationId xmlns:a16="http://schemas.microsoft.com/office/drawing/2014/main" id="{928CE9D8-2066-B7A9-7580-A135D8B659C8}"/>
            </a:ext>
          </a:extLst>
        </p:cNvPr>
        <p:cNvGrpSpPr/>
        <p:nvPr/>
      </p:nvGrpSpPr>
      <p:grpSpPr>
        <a:xfrm>
          <a:off x="0" y="0"/>
          <a:ext cx="0" cy="0"/>
          <a:chOff x="0" y="0"/>
          <a:chExt cx="0" cy="0"/>
        </a:xfrm>
      </p:grpSpPr>
      <p:sp>
        <p:nvSpPr>
          <p:cNvPr id="331" name="Google Shape;331;p6:notes">
            <a:extLst>
              <a:ext uri="{FF2B5EF4-FFF2-40B4-BE49-F238E27FC236}">
                <a16:creationId xmlns:a16="http://schemas.microsoft.com/office/drawing/2014/main" id="{FFA35453-41A7-8D52-782B-02D1CAD01295}"/>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32" name="Google Shape;332;p6:notes">
            <a:extLst>
              <a:ext uri="{FF2B5EF4-FFF2-40B4-BE49-F238E27FC236}">
                <a16:creationId xmlns:a16="http://schemas.microsoft.com/office/drawing/2014/main" id="{EA95933C-ADA2-B9D7-9958-EB3AAAE8C77A}"/>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6119928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6">
          <a:extLst>
            <a:ext uri="{FF2B5EF4-FFF2-40B4-BE49-F238E27FC236}">
              <a16:creationId xmlns:a16="http://schemas.microsoft.com/office/drawing/2014/main" id="{BD569969-1202-EBC2-5F5F-CC3FC2CF5B98}"/>
            </a:ext>
          </a:extLst>
        </p:cNvPr>
        <p:cNvGrpSpPr/>
        <p:nvPr/>
      </p:nvGrpSpPr>
      <p:grpSpPr>
        <a:xfrm>
          <a:off x="0" y="0"/>
          <a:ext cx="0" cy="0"/>
          <a:chOff x="0" y="0"/>
          <a:chExt cx="0" cy="0"/>
        </a:xfrm>
      </p:grpSpPr>
      <p:sp>
        <p:nvSpPr>
          <p:cNvPr id="337" name="Google Shape;337;p7:notes">
            <a:extLst>
              <a:ext uri="{FF2B5EF4-FFF2-40B4-BE49-F238E27FC236}">
                <a16:creationId xmlns:a16="http://schemas.microsoft.com/office/drawing/2014/main" id="{70F7F5A6-17A9-2B97-9488-AA21E8C2699D}"/>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38" name="Google Shape;338;p7:notes">
            <a:extLst>
              <a:ext uri="{FF2B5EF4-FFF2-40B4-BE49-F238E27FC236}">
                <a16:creationId xmlns:a16="http://schemas.microsoft.com/office/drawing/2014/main" id="{031CCDEA-8398-E454-E1FD-6B5FAA76D2F0}"/>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4032876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a:extLst>
            <a:ext uri="{FF2B5EF4-FFF2-40B4-BE49-F238E27FC236}">
              <a16:creationId xmlns:a16="http://schemas.microsoft.com/office/drawing/2014/main" id="{3ADA32AC-4312-CE8C-9F2A-67C43ED767A4}"/>
            </a:ext>
          </a:extLst>
        </p:cNvPr>
        <p:cNvGrpSpPr/>
        <p:nvPr/>
      </p:nvGrpSpPr>
      <p:grpSpPr>
        <a:xfrm>
          <a:off x="0" y="0"/>
          <a:ext cx="0" cy="0"/>
          <a:chOff x="0" y="0"/>
          <a:chExt cx="0" cy="0"/>
        </a:xfrm>
      </p:grpSpPr>
      <p:sp>
        <p:nvSpPr>
          <p:cNvPr id="331" name="Google Shape;331;p6:notes">
            <a:extLst>
              <a:ext uri="{FF2B5EF4-FFF2-40B4-BE49-F238E27FC236}">
                <a16:creationId xmlns:a16="http://schemas.microsoft.com/office/drawing/2014/main" id="{4D8959CF-182D-49C9-724F-42C08378DB9A}"/>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32" name="Google Shape;332;p6:notes">
            <a:extLst>
              <a:ext uri="{FF2B5EF4-FFF2-40B4-BE49-F238E27FC236}">
                <a16:creationId xmlns:a16="http://schemas.microsoft.com/office/drawing/2014/main" id="{716BABEB-4ADD-3AD9-592B-67CC6D0D801E}"/>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6005444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6">
          <a:extLst>
            <a:ext uri="{FF2B5EF4-FFF2-40B4-BE49-F238E27FC236}">
              <a16:creationId xmlns:a16="http://schemas.microsoft.com/office/drawing/2014/main" id="{D91A7498-6A9A-4415-B579-2A41CA419EB2}"/>
            </a:ext>
          </a:extLst>
        </p:cNvPr>
        <p:cNvGrpSpPr/>
        <p:nvPr/>
      </p:nvGrpSpPr>
      <p:grpSpPr>
        <a:xfrm>
          <a:off x="0" y="0"/>
          <a:ext cx="0" cy="0"/>
          <a:chOff x="0" y="0"/>
          <a:chExt cx="0" cy="0"/>
        </a:xfrm>
      </p:grpSpPr>
      <p:sp>
        <p:nvSpPr>
          <p:cNvPr id="337" name="Google Shape;337;p7:notes">
            <a:extLst>
              <a:ext uri="{FF2B5EF4-FFF2-40B4-BE49-F238E27FC236}">
                <a16:creationId xmlns:a16="http://schemas.microsoft.com/office/drawing/2014/main" id="{17EF5C30-5A33-887D-6356-B50510AF818B}"/>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38" name="Google Shape;338;p7:notes">
            <a:extLst>
              <a:ext uri="{FF2B5EF4-FFF2-40B4-BE49-F238E27FC236}">
                <a16:creationId xmlns:a16="http://schemas.microsoft.com/office/drawing/2014/main" id="{78D502F1-75DB-878D-B5D0-6B17A18936F6}"/>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0647745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2"/>
        <p:cNvGrpSpPr/>
        <p:nvPr/>
      </p:nvGrpSpPr>
      <p:grpSpPr>
        <a:xfrm>
          <a:off x="0" y="0"/>
          <a:ext cx="0" cy="0"/>
          <a:chOff x="0" y="0"/>
          <a:chExt cx="0" cy="0"/>
        </a:xfrm>
      </p:grpSpPr>
      <p:sp>
        <p:nvSpPr>
          <p:cNvPr id="363" name="Google Shape;363;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64" name="Google Shape;364;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65" name="Google Shape;365;p11:notes"/>
          <p:cNvSpPr txBox="1"/>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rgbClr val="000000"/>
              </a:buClr>
              <a:buSzPts val="1400"/>
              <a:buFont typeface="Arial"/>
              <a:buNone/>
            </a:pPr>
            <a:fld id="{00000000-1234-1234-1234-123412341234}" type="slidenum">
              <a:rPr lang="en-US" sz="1400" b="0" i="0" u="none">
                <a:solidFill>
                  <a:srgbClr val="000000"/>
                </a:solidFill>
                <a:latin typeface="Arial"/>
                <a:ea typeface="Arial"/>
                <a:cs typeface="Arial"/>
                <a:sym typeface="Arial"/>
              </a:rPr>
              <a:t>46</a:t>
            </a:fld>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9">
          <a:extLst>
            <a:ext uri="{FF2B5EF4-FFF2-40B4-BE49-F238E27FC236}">
              <a16:creationId xmlns:a16="http://schemas.microsoft.com/office/drawing/2014/main" id="{49E87D61-98C5-A67D-06E4-A8612F2ECEA3}"/>
            </a:ext>
          </a:extLst>
        </p:cNvPr>
        <p:cNvGrpSpPr/>
        <p:nvPr/>
      </p:nvGrpSpPr>
      <p:grpSpPr>
        <a:xfrm>
          <a:off x="0" y="0"/>
          <a:ext cx="0" cy="0"/>
          <a:chOff x="0" y="0"/>
          <a:chExt cx="0" cy="0"/>
        </a:xfrm>
      </p:grpSpPr>
      <p:sp>
        <p:nvSpPr>
          <p:cNvPr id="370" name="Google Shape;370;p12:notes">
            <a:extLst>
              <a:ext uri="{FF2B5EF4-FFF2-40B4-BE49-F238E27FC236}">
                <a16:creationId xmlns:a16="http://schemas.microsoft.com/office/drawing/2014/main" id="{F28EB708-A111-BBDC-F367-B4ACE87D0D70}"/>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71" name="Google Shape;371;p12:notes">
            <a:extLst>
              <a:ext uri="{FF2B5EF4-FFF2-40B4-BE49-F238E27FC236}">
                <a16:creationId xmlns:a16="http://schemas.microsoft.com/office/drawing/2014/main" id="{7C6EC480-5C9B-10FC-CC0E-DD1C8B26FC36}"/>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72" name="Google Shape;372;p12:notes">
            <a:extLst>
              <a:ext uri="{FF2B5EF4-FFF2-40B4-BE49-F238E27FC236}">
                <a16:creationId xmlns:a16="http://schemas.microsoft.com/office/drawing/2014/main" id="{03B96B0F-8B92-AA12-F84B-66B939A9B5FE}"/>
              </a:ext>
            </a:extLst>
          </p:cNvPr>
          <p:cNvSpPr txBox="1"/>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rgbClr val="000000"/>
              </a:buClr>
              <a:buSzPts val="1400"/>
              <a:buFont typeface="Arial"/>
              <a:buNone/>
            </a:pPr>
            <a:fld id="{00000000-1234-1234-1234-123412341234}" type="slidenum">
              <a:rPr lang="en-US" sz="1400" b="0" i="0" u="none">
                <a:solidFill>
                  <a:srgbClr val="000000"/>
                </a:solidFill>
                <a:latin typeface="Arial"/>
                <a:ea typeface="Arial"/>
                <a:cs typeface="Arial"/>
                <a:sym typeface="Arial"/>
              </a:rPr>
              <a:t>47</a:t>
            </a:fld>
            <a:endParaRPr/>
          </a:p>
        </p:txBody>
      </p:sp>
    </p:spTree>
    <p:extLst>
      <p:ext uri="{BB962C8B-B14F-4D97-AF65-F5344CB8AC3E}">
        <p14:creationId xmlns:p14="http://schemas.microsoft.com/office/powerpoint/2010/main" val="410147067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5"/>
        <p:cNvGrpSpPr/>
        <p:nvPr/>
      </p:nvGrpSpPr>
      <p:grpSpPr>
        <a:xfrm>
          <a:off x="0" y="0"/>
          <a:ext cx="0" cy="0"/>
          <a:chOff x="0" y="0"/>
          <a:chExt cx="0" cy="0"/>
        </a:xfrm>
      </p:grpSpPr>
      <p:sp>
        <p:nvSpPr>
          <p:cNvPr id="376" name="Google Shape;376;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77" name="Google Shape;377;p1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9">
          <a:extLst>
            <a:ext uri="{FF2B5EF4-FFF2-40B4-BE49-F238E27FC236}">
              <a16:creationId xmlns:a16="http://schemas.microsoft.com/office/drawing/2014/main" id="{D7CF8221-3ECA-954B-85AA-95D09A6981A6}"/>
            </a:ext>
          </a:extLst>
        </p:cNvPr>
        <p:cNvGrpSpPr/>
        <p:nvPr/>
      </p:nvGrpSpPr>
      <p:grpSpPr>
        <a:xfrm>
          <a:off x="0" y="0"/>
          <a:ext cx="0" cy="0"/>
          <a:chOff x="0" y="0"/>
          <a:chExt cx="0" cy="0"/>
        </a:xfrm>
      </p:grpSpPr>
      <p:sp>
        <p:nvSpPr>
          <p:cNvPr id="370" name="Google Shape;370;p12:notes">
            <a:extLst>
              <a:ext uri="{FF2B5EF4-FFF2-40B4-BE49-F238E27FC236}">
                <a16:creationId xmlns:a16="http://schemas.microsoft.com/office/drawing/2014/main" id="{AD14445E-203E-B706-7EBE-2862B686ACA2}"/>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71" name="Google Shape;371;p12:notes">
            <a:extLst>
              <a:ext uri="{FF2B5EF4-FFF2-40B4-BE49-F238E27FC236}">
                <a16:creationId xmlns:a16="http://schemas.microsoft.com/office/drawing/2014/main" id="{802521F5-255D-90D7-20C3-A6E86317641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72" name="Google Shape;372;p12:notes">
            <a:extLst>
              <a:ext uri="{FF2B5EF4-FFF2-40B4-BE49-F238E27FC236}">
                <a16:creationId xmlns:a16="http://schemas.microsoft.com/office/drawing/2014/main" id="{49658BBD-CF94-1E2D-475B-DD60F126D17F}"/>
              </a:ext>
            </a:extLst>
          </p:cNvPr>
          <p:cNvSpPr txBox="1"/>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rgbClr val="000000"/>
              </a:buClr>
              <a:buSzPts val="1400"/>
              <a:buFont typeface="Arial"/>
              <a:buNone/>
            </a:pPr>
            <a:fld id="{00000000-1234-1234-1234-123412341234}" type="slidenum">
              <a:rPr lang="en-US" sz="1400" b="0" i="0" u="none">
                <a:solidFill>
                  <a:srgbClr val="000000"/>
                </a:solidFill>
                <a:latin typeface="Arial"/>
                <a:ea typeface="Arial"/>
                <a:cs typeface="Arial"/>
                <a:sym typeface="Arial"/>
              </a:rPr>
              <a:t>49</a:t>
            </a:fld>
            <a:endParaRPr/>
          </a:p>
        </p:txBody>
      </p:sp>
    </p:spTree>
    <p:extLst>
      <p:ext uri="{BB962C8B-B14F-4D97-AF65-F5344CB8AC3E}">
        <p14:creationId xmlns:p14="http://schemas.microsoft.com/office/powerpoint/2010/main" val="275634457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5">
          <a:extLst>
            <a:ext uri="{FF2B5EF4-FFF2-40B4-BE49-F238E27FC236}">
              <a16:creationId xmlns:a16="http://schemas.microsoft.com/office/drawing/2014/main" id="{301BC1DF-7067-8A68-6F44-E750A8892466}"/>
            </a:ext>
          </a:extLst>
        </p:cNvPr>
        <p:cNvGrpSpPr/>
        <p:nvPr/>
      </p:nvGrpSpPr>
      <p:grpSpPr>
        <a:xfrm>
          <a:off x="0" y="0"/>
          <a:ext cx="0" cy="0"/>
          <a:chOff x="0" y="0"/>
          <a:chExt cx="0" cy="0"/>
        </a:xfrm>
      </p:grpSpPr>
      <p:sp>
        <p:nvSpPr>
          <p:cNvPr id="376" name="Google Shape;376;p13:notes">
            <a:extLst>
              <a:ext uri="{FF2B5EF4-FFF2-40B4-BE49-F238E27FC236}">
                <a16:creationId xmlns:a16="http://schemas.microsoft.com/office/drawing/2014/main" id="{6D971846-34F7-5E25-5453-130190659EE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77" name="Google Shape;377;p13:notes">
            <a:extLst>
              <a:ext uri="{FF2B5EF4-FFF2-40B4-BE49-F238E27FC236}">
                <a16:creationId xmlns:a16="http://schemas.microsoft.com/office/drawing/2014/main" id="{688E4440-07D2-2F29-4960-9E36F9B564D4}"/>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88089458"/>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9">
          <a:extLst>
            <a:ext uri="{FF2B5EF4-FFF2-40B4-BE49-F238E27FC236}">
              <a16:creationId xmlns:a16="http://schemas.microsoft.com/office/drawing/2014/main" id="{84E915A7-C303-7B20-F553-64D8CE5CB889}"/>
            </a:ext>
          </a:extLst>
        </p:cNvPr>
        <p:cNvGrpSpPr/>
        <p:nvPr/>
      </p:nvGrpSpPr>
      <p:grpSpPr>
        <a:xfrm>
          <a:off x="0" y="0"/>
          <a:ext cx="0" cy="0"/>
          <a:chOff x="0" y="0"/>
          <a:chExt cx="0" cy="0"/>
        </a:xfrm>
      </p:grpSpPr>
      <p:sp>
        <p:nvSpPr>
          <p:cNvPr id="370" name="Google Shape;370;p12:notes">
            <a:extLst>
              <a:ext uri="{FF2B5EF4-FFF2-40B4-BE49-F238E27FC236}">
                <a16:creationId xmlns:a16="http://schemas.microsoft.com/office/drawing/2014/main" id="{0CD272AD-8149-77AC-9E58-3612694E5DCD}"/>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71" name="Google Shape;371;p12:notes">
            <a:extLst>
              <a:ext uri="{FF2B5EF4-FFF2-40B4-BE49-F238E27FC236}">
                <a16:creationId xmlns:a16="http://schemas.microsoft.com/office/drawing/2014/main" id="{A2A47ADB-5DE7-D2E0-AA7B-D898EA6E0FD5}"/>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72" name="Google Shape;372;p12:notes">
            <a:extLst>
              <a:ext uri="{FF2B5EF4-FFF2-40B4-BE49-F238E27FC236}">
                <a16:creationId xmlns:a16="http://schemas.microsoft.com/office/drawing/2014/main" id="{005E6E68-E0F2-133C-7918-95131B388349}"/>
              </a:ext>
            </a:extLst>
          </p:cNvPr>
          <p:cNvSpPr txBox="1"/>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rgbClr val="000000"/>
              </a:buClr>
              <a:buSzPts val="1400"/>
              <a:buFont typeface="Arial"/>
              <a:buNone/>
            </a:pPr>
            <a:fld id="{00000000-1234-1234-1234-123412341234}" type="slidenum">
              <a:rPr lang="en-US" sz="1400" b="0" i="0" u="none">
                <a:solidFill>
                  <a:srgbClr val="000000"/>
                </a:solidFill>
                <a:latin typeface="Arial"/>
                <a:ea typeface="Arial"/>
                <a:cs typeface="Arial"/>
                <a:sym typeface="Arial"/>
              </a:rPr>
              <a:t>51</a:t>
            </a:fld>
            <a:endParaRPr/>
          </a:p>
        </p:txBody>
      </p:sp>
    </p:spTree>
    <p:extLst>
      <p:ext uri="{BB962C8B-B14F-4D97-AF65-F5344CB8AC3E}">
        <p14:creationId xmlns:p14="http://schemas.microsoft.com/office/powerpoint/2010/main" val="1967671224"/>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a:extLst>
            <a:ext uri="{FF2B5EF4-FFF2-40B4-BE49-F238E27FC236}">
              <a16:creationId xmlns:a16="http://schemas.microsoft.com/office/drawing/2014/main" id="{690111B8-6D65-4816-5AAD-D17AB30757FD}"/>
            </a:ext>
          </a:extLst>
        </p:cNvPr>
        <p:cNvGrpSpPr/>
        <p:nvPr/>
      </p:nvGrpSpPr>
      <p:grpSpPr>
        <a:xfrm>
          <a:off x="0" y="0"/>
          <a:ext cx="0" cy="0"/>
          <a:chOff x="0" y="0"/>
          <a:chExt cx="0" cy="0"/>
        </a:xfrm>
      </p:grpSpPr>
      <p:sp>
        <p:nvSpPr>
          <p:cNvPr id="306" name="Google Shape;306;p1:notes">
            <a:extLst>
              <a:ext uri="{FF2B5EF4-FFF2-40B4-BE49-F238E27FC236}">
                <a16:creationId xmlns:a16="http://schemas.microsoft.com/office/drawing/2014/main" id="{8EC3104C-22B9-BBC3-7043-51528B105C6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7" name="Google Shape;307;p1:notes">
            <a:extLst>
              <a:ext uri="{FF2B5EF4-FFF2-40B4-BE49-F238E27FC236}">
                <a16:creationId xmlns:a16="http://schemas.microsoft.com/office/drawing/2014/main" id="{608E5003-632F-BF8A-7CB3-530C74FB36BF}"/>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97095968"/>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a:extLst>
            <a:ext uri="{FF2B5EF4-FFF2-40B4-BE49-F238E27FC236}">
              <a16:creationId xmlns:a16="http://schemas.microsoft.com/office/drawing/2014/main" id="{C9F7C3A6-BF30-DA9F-AD5B-E7928654FDA5}"/>
            </a:ext>
          </a:extLst>
        </p:cNvPr>
        <p:cNvGrpSpPr/>
        <p:nvPr/>
      </p:nvGrpSpPr>
      <p:grpSpPr>
        <a:xfrm>
          <a:off x="0" y="0"/>
          <a:ext cx="0" cy="0"/>
          <a:chOff x="0" y="0"/>
          <a:chExt cx="0" cy="0"/>
        </a:xfrm>
      </p:grpSpPr>
      <p:sp>
        <p:nvSpPr>
          <p:cNvPr id="306" name="Google Shape;306;p1:notes">
            <a:extLst>
              <a:ext uri="{FF2B5EF4-FFF2-40B4-BE49-F238E27FC236}">
                <a16:creationId xmlns:a16="http://schemas.microsoft.com/office/drawing/2014/main" id="{C58AE026-4BC6-BDBB-203F-816C608BCD4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7" name="Google Shape;307;p1:notes">
            <a:extLst>
              <a:ext uri="{FF2B5EF4-FFF2-40B4-BE49-F238E27FC236}">
                <a16:creationId xmlns:a16="http://schemas.microsoft.com/office/drawing/2014/main" id="{E4187A25-8ECB-91D2-8B2B-9DBBEE0A1946}"/>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04898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Title and text" type="tx">
  <p:cSld name="TITLE_AND_BODY">
    <p:spTree>
      <p:nvGrpSpPr>
        <p:cNvPr id="1" name="Shape 55"/>
        <p:cNvGrpSpPr/>
        <p:nvPr/>
      </p:nvGrpSpPr>
      <p:grpSpPr>
        <a:xfrm>
          <a:off x="0" y="0"/>
          <a:ext cx="0" cy="0"/>
          <a:chOff x="0" y="0"/>
          <a:chExt cx="0" cy="0"/>
        </a:xfrm>
      </p:grpSpPr>
      <p:sp>
        <p:nvSpPr>
          <p:cNvPr id="56" name="Google Shape;56;p71"/>
          <p:cNvSpPr txBox="1">
            <a:spLocks noGrp="1"/>
          </p:cNvSpPr>
          <p:nvPr>
            <p:ph type="title"/>
          </p:nvPr>
        </p:nvSpPr>
        <p:spPr>
          <a:xfrm>
            <a:off x="457200" y="277812"/>
            <a:ext cx="8229600" cy="1143000"/>
          </a:xfrm>
          <a:prstGeom prst="rect">
            <a:avLst/>
          </a:prstGeom>
          <a:noFill/>
          <a:ln>
            <a:noFill/>
          </a:ln>
        </p:spPr>
        <p:txBody>
          <a:bodyPr spcFirstLastPara="1" wrap="square" lIns="91425" tIns="91425" rIns="91425" bIns="91425" anchor="ctr" anchorCtr="0">
            <a:noAutofit/>
          </a:bodyPr>
          <a:lstStyle>
            <a:lvl1pPr marR="0" lvl="0" algn="ctr">
              <a:lnSpc>
                <a:spcPct val="100000"/>
              </a:lnSpc>
              <a:spcBef>
                <a:spcPts val="0"/>
              </a:spcBef>
              <a:spcAft>
                <a:spcPts val="0"/>
              </a:spcAft>
              <a:buClr>
                <a:schemeClr val="dk2"/>
              </a:buClr>
              <a:buSzPts val="4400"/>
              <a:buFont typeface="Arial"/>
              <a:buNone/>
              <a:defRPr sz="4400" b="0" i="0" u="none" strike="noStrike" cap="none">
                <a:solidFill>
                  <a:schemeClr val="dk2"/>
                </a:solidFill>
                <a:latin typeface="Arial"/>
                <a:ea typeface="Arial"/>
                <a:cs typeface="Arial"/>
                <a:sym typeface="Arial"/>
              </a:defRPr>
            </a:lvl1pPr>
            <a:lvl2pPr marR="0" lvl="1" algn="ctr">
              <a:lnSpc>
                <a:spcPct val="100000"/>
              </a:lnSpc>
              <a:spcBef>
                <a:spcPts val="0"/>
              </a:spcBef>
              <a:spcAft>
                <a:spcPts val="0"/>
              </a:spcAft>
              <a:buClr>
                <a:schemeClr val="dk2"/>
              </a:buClr>
              <a:buSzPts val="4400"/>
              <a:buFont typeface="Arial"/>
              <a:buNone/>
              <a:defRPr sz="4400" b="0" i="0" u="none" strike="noStrike" cap="none">
                <a:solidFill>
                  <a:schemeClr val="dk2"/>
                </a:solidFill>
                <a:latin typeface="Arial"/>
                <a:ea typeface="Arial"/>
                <a:cs typeface="Arial"/>
                <a:sym typeface="Arial"/>
              </a:defRPr>
            </a:lvl2pPr>
            <a:lvl3pPr marR="0" lvl="2" algn="ctr">
              <a:lnSpc>
                <a:spcPct val="100000"/>
              </a:lnSpc>
              <a:spcBef>
                <a:spcPts val="0"/>
              </a:spcBef>
              <a:spcAft>
                <a:spcPts val="0"/>
              </a:spcAft>
              <a:buClr>
                <a:schemeClr val="dk2"/>
              </a:buClr>
              <a:buSzPts val="4400"/>
              <a:buFont typeface="Arial"/>
              <a:buNone/>
              <a:defRPr sz="4400" b="0" i="0" u="none" strike="noStrike" cap="none">
                <a:solidFill>
                  <a:schemeClr val="dk2"/>
                </a:solidFill>
                <a:latin typeface="Arial"/>
                <a:ea typeface="Arial"/>
                <a:cs typeface="Arial"/>
                <a:sym typeface="Arial"/>
              </a:defRPr>
            </a:lvl3pPr>
            <a:lvl4pPr marR="0" lvl="3" algn="ctr">
              <a:lnSpc>
                <a:spcPct val="100000"/>
              </a:lnSpc>
              <a:spcBef>
                <a:spcPts val="0"/>
              </a:spcBef>
              <a:spcAft>
                <a:spcPts val="0"/>
              </a:spcAft>
              <a:buClr>
                <a:schemeClr val="dk2"/>
              </a:buClr>
              <a:buSzPts val="4400"/>
              <a:buFont typeface="Arial"/>
              <a:buNone/>
              <a:defRPr sz="4400" b="0" i="0" u="none" strike="noStrike" cap="none">
                <a:solidFill>
                  <a:schemeClr val="dk2"/>
                </a:solidFill>
                <a:latin typeface="Arial"/>
                <a:ea typeface="Arial"/>
                <a:cs typeface="Arial"/>
                <a:sym typeface="Arial"/>
              </a:defRPr>
            </a:lvl4pPr>
            <a:lvl5pPr marR="0" lvl="4" algn="ctr">
              <a:lnSpc>
                <a:spcPct val="100000"/>
              </a:lnSpc>
              <a:spcBef>
                <a:spcPts val="0"/>
              </a:spcBef>
              <a:spcAft>
                <a:spcPts val="0"/>
              </a:spcAft>
              <a:buClr>
                <a:schemeClr val="dk2"/>
              </a:buClr>
              <a:buSzPts val="4400"/>
              <a:buFont typeface="Arial"/>
              <a:buNone/>
              <a:defRPr sz="4400" b="0" i="0" u="none" strike="noStrike" cap="none">
                <a:solidFill>
                  <a:schemeClr val="dk2"/>
                </a:solidFill>
                <a:latin typeface="Arial"/>
                <a:ea typeface="Arial"/>
                <a:cs typeface="Arial"/>
                <a:sym typeface="Arial"/>
              </a:defRPr>
            </a:lvl5pPr>
            <a:lvl6pPr marR="0" lvl="5" algn="ctr">
              <a:lnSpc>
                <a:spcPct val="100000"/>
              </a:lnSpc>
              <a:spcBef>
                <a:spcPts val="0"/>
              </a:spcBef>
              <a:spcAft>
                <a:spcPts val="0"/>
              </a:spcAft>
              <a:buClr>
                <a:schemeClr val="dk2"/>
              </a:buClr>
              <a:buSzPts val="4400"/>
              <a:buFont typeface="Arial"/>
              <a:buNone/>
              <a:defRPr sz="4400" b="0" i="0" u="none" strike="noStrike" cap="none">
                <a:solidFill>
                  <a:schemeClr val="dk2"/>
                </a:solidFill>
                <a:latin typeface="Arial"/>
                <a:ea typeface="Arial"/>
                <a:cs typeface="Arial"/>
                <a:sym typeface="Arial"/>
              </a:defRPr>
            </a:lvl6pPr>
            <a:lvl7pPr marR="0" lvl="6" algn="ctr">
              <a:lnSpc>
                <a:spcPct val="100000"/>
              </a:lnSpc>
              <a:spcBef>
                <a:spcPts val="0"/>
              </a:spcBef>
              <a:spcAft>
                <a:spcPts val="0"/>
              </a:spcAft>
              <a:buClr>
                <a:schemeClr val="dk2"/>
              </a:buClr>
              <a:buSzPts val="4400"/>
              <a:buFont typeface="Arial"/>
              <a:buNone/>
              <a:defRPr sz="4400" b="0" i="0" u="none" strike="noStrike" cap="none">
                <a:solidFill>
                  <a:schemeClr val="dk2"/>
                </a:solidFill>
                <a:latin typeface="Arial"/>
                <a:ea typeface="Arial"/>
                <a:cs typeface="Arial"/>
                <a:sym typeface="Arial"/>
              </a:defRPr>
            </a:lvl7pPr>
            <a:lvl8pPr marR="0" lvl="7" algn="ctr">
              <a:lnSpc>
                <a:spcPct val="100000"/>
              </a:lnSpc>
              <a:spcBef>
                <a:spcPts val="0"/>
              </a:spcBef>
              <a:spcAft>
                <a:spcPts val="0"/>
              </a:spcAft>
              <a:buClr>
                <a:schemeClr val="dk2"/>
              </a:buClr>
              <a:buSzPts val="4400"/>
              <a:buFont typeface="Arial"/>
              <a:buNone/>
              <a:defRPr sz="4400" b="0" i="0" u="none" strike="noStrike" cap="none">
                <a:solidFill>
                  <a:schemeClr val="dk2"/>
                </a:solidFill>
                <a:latin typeface="Arial"/>
                <a:ea typeface="Arial"/>
                <a:cs typeface="Arial"/>
                <a:sym typeface="Arial"/>
              </a:defRPr>
            </a:lvl8pPr>
            <a:lvl9pPr marR="0" lvl="8" algn="ctr">
              <a:lnSpc>
                <a:spcPct val="100000"/>
              </a:lnSpc>
              <a:spcBef>
                <a:spcPts val="0"/>
              </a:spcBef>
              <a:spcAft>
                <a:spcPts val="0"/>
              </a:spcAft>
              <a:buClr>
                <a:schemeClr val="dk2"/>
              </a:buClr>
              <a:buSzPts val="4400"/>
              <a:buFont typeface="Arial"/>
              <a:buNone/>
              <a:defRPr sz="4400" b="0" i="0" u="none" strike="noStrike" cap="none">
                <a:solidFill>
                  <a:schemeClr val="dk2"/>
                </a:solidFill>
                <a:latin typeface="Arial"/>
                <a:ea typeface="Arial"/>
                <a:cs typeface="Arial"/>
                <a:sym typeface="Arial"/>
              </a:defRPr>
            </a:lvl9pPr>
          </a:lstStyle>
          <a:p>
            <a:endParaRPr/>
          </a:p>
        </p:txBody>
      </p:sp>
      <p:sp>
        <p:nvSpPr>
          <p:cNvPr id="57" name="Google Shape;57;p71"/>
          <p:cNvSpPr txBox="1">
            <a:spLocks noGrp="1"/>
          </p:cNvSpPr>
          <p:nvPr>
            <p:ph type="body" idx="1"/>
          </p:nvPr>
        </p:nvSpPr>
        <p:spPr>
          <a:xfrm>
            <a:off x="457200" y="1600200"/>
            <a:ext cx="8229600" cy="4530724"/>
          </a:xfrm>
          <a:prstGeom prst="rect">
            <a:avLst/>
          </a:prstGeom>
          <a:noFill/>
          <a:ln>
            <a:noFill/>
          </a:ln>
        </p:spPr>
        <p:txBody>
          <a:bodyPr spcFirstLastPara="1" wrap="square" lIns="91425" tIns="91425" rIns="91425" bIns="91425" anchor="t" anchorCtr="0">
            <a:noAutofit/>
          </a:bodyPr>
          <a:lstStyle>
            <a:lvl1pPr marL="457200" marR="0" lvl="0" indent="-431800" algn="l">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Arial"/>
                <a:ea typeface="Arial"/>
                <a:cs typeface="Arial"/>
                <a:sym typeface="Arial"/>
              </a:defRPr>
            </a:lvl1pPr>
            <a:lvl2pPr marL="914400" marR="0" lvl="1" indent="-406400" algn="l">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2pPr>
            <a:lvl3pPr marL="1371600" marR="0" lvl="2" indent="-381000" algn="l">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3pPr>
            <a:lvl4pPr marL="1828800" marR="0" lvl="3"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4pPr>
            <a:lvl5pPr marL="2286000" marR="0" lvl="4"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5pPr>
            <a:lvl6pPr marL="2743200" marR="0" lvl="5"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58" name="Google Shape;58;p71"/>
          <p:cNvSpPr txBox="1">
            <a:spLocks noGrp="1"/>
          </p:cNvSpPr>
          <p:nvPr>
            <p:ph type="dt" idx="10"/>
          </p:nvPr>
        </p:nvSpPr>
        <p:spPr>
          <a:xfrm>
            <a:off x="457200" y="6243637"/>
            <a:ext cx="2133600" cy="4572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71"/>
          <p:cNvSpPr txBox="1">
            <a:spLocks noGrp="1"/>
          </p:cNvSpPr>
          <p:nvPr>
            <p:ph type="ftr" idx="11"/>
          </p:nvPr>
        </p:nvSpPr>
        <p:spPr>
          <a:xfrm>
            <a:off x="3124200" y="6248400"/>
            <a:ext cx="2895600" cy="4572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71"/>
          <p:cNvSpPr txBox="1">
            <a:spLocks noGrp="1"/>
          </p:cNvSpPr>
          <p:nvPr>
            <p:ph type="sldNum" idx="12"/>
          </p:nvPr>
        </p:nvSpPr>
        <p:spPr>
          <a:xfrm>
            <a:off x="6553200" y="6243637"/>
            <a:ext cx="2133600" cy="457200"/>
          </a:xfrm>
          <a:prstGeom prst="rect">
            <a:avLst/>
          </a:prstGeom>
          <a:noFill/>
          <a:ln>
            <a:noFill/>
          </a:ln>
        </p:spPr>
        <p:txBody>
          <a:bodyPr spcFirstLastPara="1" wrap="square" lIns="91425" tIns="45700" rIns="91425" bIns="45700" anchor="b" anchorCtr="0">
            <a:noAutofit/>
          </a:bodyPr>
          <a:lstStyle>
            <a:lvl1pPr marL="0" marR="0" lvl="0" indent="0" algn="r">
              <a:lnSpc>
                <a:spcPct val="100000"/>
              </a:lnSpc>
              <a:spcBef>
                <a:spcPts val="0"/>
              </a:spcBef>
              <a:spcAft>
                <a:spcPts val="0"/>
              </a:spcAft>
              <a:buClr>
                <a:srgbClr val="FFFFFF"/>
              </a:buClr>
              <a:buSzPts val="1200"/>
              <a:buFont typeface="Arial"/>
              <a:buNone/>
              <a:defRPr sz="1200" b="0" i="0" u="none">
                <a:solidFill>
                  <a:srgbClr val="FFFFFF"/>
                </a:solidFill>
                <a:latin typeface="Arial"/>
                <a:ea typeface="Arial"/>
                <a:cs typeface="Arial"/>
                <a:sym typeface="Arial"/>
              </a:defRPr>
            </a:lvl1pPr>
            <a:lvl2pPr marL="0" marR="0" lvl="1" indent="0" algn="r">
              <a:lnSpc>
                <a:spcPct val="100000"/>
              </a:lnSpc>
              <a:spcBef>
                <a:spcPts val="0"/>
              </a:spcBef>
              <a:spcAft>
                <a:spcPts val="0"/>
              </a:spcAft>
              <a:buClr>
                <a:srgbClr val="FFFFFF"/>
              </a:buClr>
              <a:buSzPts val="1200"/>
              <a:buFont typeface="Arial"/>
              <a:buNone/>
              <a:defRPr sz="1200" b="0" i="0" u="none">
                <a:solidFill>
                  <a:srgbClr val="FFFFFF"/>
                </a:solidFill>
                <a:latin typeface="Arial"/>
                <a:ea typeface="Arial"/>
                <a:cs typeface="Arial"/>
                <a:sym typeface="Arial"/>
              </a:defRPr>
            </a:lvl2pPr>
            <a:lvl3pPr marL="0" marR="0" lvl="2" indent="0" algn="r">
              <a:lnSpc>
                <a:spcPct val="100000"/>
              </a:lnSpc>
              <a:spcBef>
                <a:spcPts val="0"/>
              </a:spcBef>
              <a:spcAft>
                <a:spcPts val="0"/>
              </a:spcAft>
              <a:buClr>
                <a:srgbClr val="FFFFFF"/>
              </a:buClr>
              <a:buSzPts val="1200"/>
              <a:buFont typeface="Arial"/>
              <a:buNone/>
              <a:defRPr sz="1200" b="0" i="0" u="none">
                <a:solidFill>
                  <a:srgbClr val="FFFFFF"/>
                </a:solidFill>
                <a:latin typeface="Arial"/>
                <a:ea typeface="Arial"/>
                <a:cs typeface="Arial"/>
                <a:sym typeface="Arial"/>
              </a:defRPr>
            </a:lvl3pPr>
            <a:lvl4pPr marL="0" marR="0" lvl="3" indent="0" algn="r">
              <a:lnSpc>
                <a:spcPct val="100000"/>
              </a:lnSpc>
              <a:spcBef>
                <a:spcPts val="0"/>
              </a:spcBef>
              <a:spcAft>
                <a:spcPts val="0"/>
              </a:spcAft>
              <a:buClr>
                <a:srgbClr val="FFFFFF"/>
              </a:buClr>
              <a:buSzPts val="1200"/>
              <a:buFont typeface="Arial"/>
              <a:buNone/>
              <a:defRPr sz="1200" b="0" i="0" u="none">
                <a:solidFill>
                  <a:srgbClr val="FFFFFF"/>
                </a:solidFill>
                <a:latin typeface="Arial"/>
                <a:ea typeface="Arial"/>
                <a:cs typeface="Arial"/>
                <a:sym typeface="Arial"/>
              </a:defRPr>
            </a:lvl4pPr>
            <a:lvl5pPr marL="0" marR="0" lvl="4" indent="0" algn="r">
              <a:lnSpc>
                <a:spcPct val="100000"/>
              </a:lnSpc>
              <a:spcBef>
                <a:spcPts val="0"/>
              </a:spcBef>
              <a:spcAft>
                <a:spcPts val="0"/>
              </a:spcAft>
              <a:buClr>
                <a:srgbClr val="FFFFFF"/>
              </a:buClr>
              <a:buSzPts val="1200"/>
              <a:buFont typeface="Arial"/>
              <a:buNone/>
              <a:defRPr sz="1200" b="0" i="0" u="none">
                <a:solidFill>
                  <a:srgbClr val="FFFFFF"/>
                </a:solidFill>
                <a:latin typeface="Arial"/>
                <a:ea typeface="Arial"/>
                <a:cs typeface="Arial"/>
                <a:sym typeface="Arial"/>
              </a:defRPr>
            </a:lvl5pPr>
            <a:lvl6pPr marL="0" marR="0" lvl="5" indent="0" algn="r">
              <a:lnSpc>
                <a:spcPct val="100000"/>
              </a:lnSpc>
              <a:spcBef>
                <a:spcPts val="0"/>
              </a:spcBef>
              <a:spcAft>
                <a:spcPts val="0"/>
              </a:spcAft>
              <a:buClr>
                <a:srgbClr val="FFFFFF"/>
              </a:buClr>
              <a:buSzPts val="1200"/>
              <a:buFont typeface="Arial"/>
              <a:buNone/>
              <a:defRPr sz="1200" b="0" i="0" u="none">
                <a:solidFill>
                  <a:srgbClr val="FFFFFF"/>
                </a:solidFill>
                <a:latin typeface="Arial"/>
                <a:ea typeface="Arial"/>
                <a:cs typeface="Arial"/>
                <a:sym typeface="Arial"/>
              </a:defRPr>
            </a:lvl6pPr>
            <a:lvl7pPr marL="0" marR="0" lvl="6" indent="0" algn="r">
              <a:lnSpc>
                <a:spcPct val="100000"/>
              </a:lnSpc>
              <a:spcBef>
                <a:spcPts val="0"/>
              </a:spcBef>
              <a:spcAft>
                <a:spcPts val="0"/>
              </a:spcAft>
              <a:buClr>
                <a:srgbClr val="FFFFFF"/>
              </a:buClr>
              <a:buSzPts val="1200"/>
              <a:buFont typeface="Arial"/>
              <a:buNone/>
              <a:defRPr sz="1200" b="0" i="0" u="none">
                <a:solidFill>
                  <a:srgbClr val="FFFFFF"/>
                </a:solidFill>
                <a:latin typeface="Arial"/>
                <a:ea typeface="Arial"/>
                <a:cs typeface="Arial"/>
                <a:sym typeface="Arial"/>
              </a:defRPr>
            </a:lvl7pPr>
            <a:lvl8pPr marL="0" marR="0" lvl="7" indent="0" algn="r">
              <a:lnSpc>
                <a:spcPct val="100000"/>
              </a:lnSpc>
              <a:spcBef>
                <a:spcPts val="0"/>
              </a:spcBef>
              <a:spcAft>
                <a:spcPts val="0"/>
              </a:spcAft>
              <a:buClr>
                <a:srgbClr val="FFFFFF"/>
              </a:buClr>
              <a:buSzPts val="1200"/>
              <a:buFont typeface="Arial"/>
              <a:buNone/>
              <a:defRPr sz="1200" b="0" i="0" u="none">
                <a:solidFill>
                  <a:srgbClr val="FFFFFF"/>
                </a:solidFill>
                <a:latin typeface="Arial"/>
                <a:ea typeface="Arial"/>
                <a:cs typeface="Arial"/>
                <a:sym typeface="Arial"/>
              </a:defRPr>
            </a:lvl8pPr>
            <a:lvl9pPr marL="0" marR="0" lvl="8" indent="0" algn="r">
              <a:lnSpc>
                <a:spcPct val="100000"/>
              </a:lnSpc>
              <a:spcBef>
                <a:spcPts val="0"/>
              </a:spcBef>
              <a:spcAft>
                <a:spcPts val="0"/>
              </a:spcAft>
              <a:buClr>
                <a:srgbClr val="FFFFFF"/>
              </a:buClr>
              <a:buSzPts val="1200"/>
              <a:buFont typeface="Arial"/>
              <a:buNone/>
              <a:defRPr sz="1200" b="0" i="0" u="none">
                <a:solidFill>
                  <a:srgbClr val="FFFFF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‹N°›</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matchingName="Blank" type="blank">
  <p:cSld name="BLANK">
    <p:spTree>
      <p:nvGrpSpPr>
        <p:cNvPr id="1" name="Shape 107"/>
        <p:cNvGrpSpPr/>
        <p:nvPr/>
      </p:nvGrpSpPr>
      <p:grpSpPr>
        <a:xfrm>
          <a:off x="0" y="0"/>
          <a:ext cx="0" cy="0"/>
          <a:chOff x="0" y="0"/>
          <a:chExt cx="0" cy="0"/>
        </a:xfrm>
      </p:grpSpPr>
      <p:sp>
        <p:nvSpPr>
          <p:cNvPr id="108" name="Google Shape;108;p73"/>
          <p:cNvSpPr txBox="1">
            <a:spLocks noGrp="1"/>
          </p:cNvSpPr>
          <p:nvPr>
            <p:ph type="dt" idx="10"/>
          </p:nvPr>
        </p:nvSpPr>
        <p:spPr>
          <a:xfrm>
            <a:off x="457200" y="6243637"/>
            <a:ext cx="2133600" cy="4572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9" name="Google Shape;109;p73"/>
          <p:cNvSpPr txBox="1">
            <a:spLocks noGrp="1"/>
          </p:cNvSpPr>
          <p:nvPr>
            <p:ph type="ftr" idx="11"/>
          </p:nvPr>
        </p:nvSpPr>
        <p:spPr>
          <a:xfrm>
            <a:off x="3124200" y="6248400"/>
            <a:ext cx="2895600" cy="4572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0" name="Google Shape;110;p73"/>
          <p:cNvSpPr txBox="1">
            <a:spLocks noGrp="1"/>
          </p:cNvSpPr>
          <p:nvPr>
            <p:ph type="sldNum" idx="12"/>
          </p:nvPr>
        </p:nvSpPr>
        <p:spPr>
          <a:xfrm>
            <a:off x="6553200" y="6243637"/>
            <a:ext cx="2133600" cy="457200"/>
          </a:xfrm>
          <a:prstGeom prst="rect">
            <a:avLst/>
          </a:prstGeom>
          <a:noFill/>
          <a:ln>
            <a:noFill/>
          </a:ln>
        </p:spPr>
        <p:txBody>
          <a:bodyPr spcFirstLastPara="1" wrap="square" lIns="91425" tIns="45700" rIns="91425" bIns="45700" anchor="b" anchorCtr="0">
            <a:noAutofit/>
          </a:bodyPr>
          <a:lstStyle>
            <a:lvl1pPr marL="0" marR="0" lvl="0" indent="0" algn="r">
              <a:lnSpc>
                <a:spcPct val="100000"/>
              </a:lnSpc>
              <a:spcBef>
                <a:spcPts val="0"/>
              </a:spcBef>
              <a:spcAft>
                <a:spcPts val="0"/>
              </a:spcAft>
              <a:buClr>
                <a:srgbClr val="FFFFFF"/>
              </a:buClr>
              <a:buSzPts val="1200"/>
              <a:buFont typeface="Arial"/>
              <a:buNone/>
              <a:defRPr sz="1200" b="0" i="0" u="none">
                <a:solidFill>
                  <a:srgbClr val="FFFFFF"/>
                </a:solidFill>
                <a:latin typeface="Arial"/>
                <a:ea typeface="Arial"/>
                <a:cs typeface="Arial"/>
                <a:sym typeface="Arial"/>
              </a:defRPr>
            </a:lvl1pPr>
            <a:lvl2pPr marL="0" marR="0" lvl="1" indent="0" algn="r">
              <a:lnSpc>
                <a:spcPct val="100000"/>
              </a:lnSpc>
              <a:spcBef>
                <a:spcPts val="0"/>
              </a:spcBef>
              <a:spcAft>
                <a:spcPts val="0"/>
              </a:spcAft>
              <a:buClr>
                <a:srgbClr val="FFFFFF"/>
              </a:buClr>
              <a:buSzPts val="1200"/>
              <a:buFont typeface="Arial"/>
              <a:buNone/>
              <a:defRPr sz="1200" b="0" i="0" u="none">
                <a:solidFill>
                  <a:srgbClr val="FFFFFF"/>
                </a:solidFill>
                <a:latin typeface="Arial"/>
                <a:ea typeface="Arial"/>
                <a:cs typeface="Arial"/>
                <a:sym typeface="Arial"/>
              </a:defRPr>
            </a:lvl2pPr>
            <a:lvl3pPr marL="0" marR="0" lvl="2" indent="0" algn="r">
              <a:lnSpc>
                <a:spcPct val="100000"/>
              </a:lnSpc>
              <a:spcBef>
                <a:spcPts val="0"/>
              </a:spcBef>
              <a:spcAft>
                <a:spcPts val="0"/>
              </a:spcAft>
              <a:buClr>
                <a:srgbClr val="FFFFFF"/>
              </a:buClr>
              <a:buSzPts val="1200"/>
              <a:buFont typeface="Arial"/>
              <a:buNone/>
              <a:defRPr sz="1200" b="0" i="0" u="none">
                <a:solidFill>
                  <a:srgbClr val="FFFFFF"/>
                </a:solidFill>
                <a:latin typeface="Arial"/>
                <a:ea typeface="Arial"/>
                <a:cs typeface="Arial"/>
                <a:sym typeface="Arial"/>
              </a:defRPr>
            </a:lvl3pPr>
            <a:lvl4pPr marL="0" marR="0" lvl="3" indent="0" algn="r">
              <a:lnSpc>
                <a:spcPct val="100000"/>
              </a:lnSpc>
              <a:spcBef>
                <a:spcPts val="0"/>
              </a:spcBef>
              <a:spcAft>
                <a:spcPts val="0"/>
              </a:spcAft>
              <a:buClr>
                <a:srgbClr val="FFFFFF"/>
              </a:buClr>
              <a:buSzPts val="1200"/>
              <a:buFont typeface="Arial"/>
              <a:buNone/>
              <a:defRPr sz="1200" b="0" i="0" u="none">
                <a:solidFill>
                  <a:srgbClr val="FFFFFF"/>
                </a:solidFill>
                <a:latin typeface="Arial"/>
                <a:ea typeface="Arial"/>
                <a:cs typeface="Arial"/>
                <a:sym typeface="Arial"/>
              </a:defRPr>
            </a:lvl4pPr>
            <a:lvl5pPr marL="0" marR="0" lvl="4" indent="0" algn="r">
              <a:lnSpc>
                <a:spcPct val="100000"/>
              </a:lnSpc>
              <a:spcBef>
                <a:spcPts val="0"/>
              </a:spcBef>
              <a:spcAft>
                <a:spcPts val="0"/>
              </a:spcAft>
              <a:buClr>
                <a:srgbClr val="FFFFFF"/>
              </a:buClr>
              <a:buSzPts val="1200"/>
              <a:buFont typeface="Arial"/>
              <a:buNone/>
              <a:defRPr sz="1200" b="0" i="0" u="none">
                <a:solidFill>
                  <a:srgbClr val="FFFFFF"/>
                </a:solidFill>
                <a:latin typeface="Arial"/>
                <a:ea typeface="Arial"/>
                <a:cs typeface="Arial"/>
                <a:sym typeface="Arial"/>
              </a:defRPr>
            </a:lvl5pPr>
            <a:lvl6pPr marL="0" marR="0" lvl="5" indent="0" algn="r">
              <a:lnSpc>
                <a:spcPct val="100000"/>
              </a:lnSpc>
              <a:spcBef>
                <a:spcPts val="0"/>
              </a:spcBef>
              <a:spcAft>
                <a:spcPts val="0"/>
              </a:spcAft>
              <a:buClr>
                <a:srgbClr val="FFFFFF"/>
              </a:buClr>
              <a:buSzPts val="1200"/>
              <a:buFont typeface="Arial"/>
              <a:buNone/>
              <a:defRPr sz="1200" b="0" i="0" u="none">
                <a:solidFill>
                  <a:srgbClr val="FFFFFF"/>
                </a:solidFill>
                <a:latin typeface="Arial"/>
                <a:ea typeface="Arial"/>
                <a:cs typeface="Arial"/>
                <a:sym typeface="Arial"/>
              </a:defRPr>
            </a:lvl6pPr>
            <a:lvl7pPr marL="0" marR="0" lvl="6" indent="0" algn="r">
              <a:lnSpc>
                <a:spcPct val="100000"/>
              </a:lnSpc>
              <a:spcBef>
                <a:spcPts val="0"/>
              </a:spcBef>
              <a:spcAft>
                <a:spcPts val="0"/>
              </a:spcAft>
              <a:buClr>
                <a:srgbClr val="FFFFFF"/>
              </a:buClr>
              <a:buSzPts val="1200"/>
              <a:buFont typeface="Arial"/>
              <a:buNone/>
              <a:defRPr sz="1200" b="0" i="0" u="none">
                <a:solidFill>
                  <a:srgbClr val="FFFFFF"/>
                </a:solidFill>
                <a:latin typeface="Arial"/>
                <a:ea typeface="Arial"/>
                <a:cs typeface="Arial"/>
                <a:sym typeface="Arial"/>
              </a:defRPr>
            </a:lvl7pPr>
            <a:lvl8pPr marL="0" marR="0" lvl="7" indent="0" algn="r">
              <a:lnSpc>
                <a:spcPct val="100000"/>
              </a:lnSpc>
              <a:spcBef>
                <a:spcPts val="0"/>
              </a:spcBef>
              <a:spcAft>
                <a:spcPts val="0"/>
              </a:spcAft>
              <a:buClr>
                <a:srgbClr val="FFFFFF"/>
              </a:buClr>
              <a:buSzPts val="1200"/>
              <a:buFont typeface="Arial"/>
              <a:buNone/>
              <a:defRPr sz="1200" b="0" i="0" u="none">
                <a:solidFill>
                  <a:srgbClr val="FFFFFF"/>
                </a:solidFill>
                <a:latin typeface="Arial"/>
                <a:ea typeface="Arial"/>
                <a:cs typeface="Arial"/>
                <a:sym typeface="Arial"/>
              </a:defRPr>
            </a:lvl8pPr>
            <a:lvl9pPr marL="0" marR="0" lvl="8" indent="0" algn="r">
              <a:lnSpc>
                <a:spcPct val="100000"/>
              </a:lnSpc>
              <a:spcBef>
                <a:spcPts val="0"/>
              </a:spcBef>
              <a:spcAft>
                <a:spcPts val="0"/>
              </a:spcAft>
              <a:buClr>
                <a:srgbClr val="FFFFFF"/>
              </a:buClr>
              <a:buSzPts val="1200"/>
              <a:buFont typeface="Arial"/>
              <a:buNone/>
              <a:defRPr sz="1200" b="0" i="0" u="none">
                <a:solidFill>
                  <a:srgbClr val="FFFFF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‹N°›</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Blank" type="blank">
  <p:cSld name="BLANK">
    <p:spTree>
      <p:nvGrpSpPr>
        <p:cNvPr id="1" name="Shape 301"/>
        <p:cNvGrpSpPr/>
        <p:nvPr/>
      </p:nvGrpSpPr>
      <p:grpSpPr>
        <a:xfrm>
          <a:off x="0" y="0"/>
          <a:ext cx="0" cy="0"/>
          <a:chOff x="0" y="0"/>
          <a:chExt cx="0" cy="0"/>
        </a:xfrm>
      </p:grpSpPr>
      <p:sp>
        <p:nvSpPr>
          <p:cNvPr id="302" name="Google Shape;302;p79"/>
          <p:cNvSpPr txBox="1">
            <a:spLocks noGrp="1"/>
          </p:cNvSpPr>
          <p:nvPr>
            <p:ph type="dt" idx="10"/>
          </p:nvPr>
        </p:nvSpPr>
        <p:spPr>
          <a:xfrm>
            <a:off x="457200" y="6243637"/>
            <a:ext cx="2133600" cy="4572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3" name="Google Shape;303;p79"/>
          <p:cNvSpPr txBox="1">
            <a:spLocks noGrp="1"/>
          </p:cNvSpPr>
          <p:nvPr>
            <p:ph type="ftr" idx="11"/>
          </p:nvPr>
        </p:nvSpPr>
        <p:spPr>
          <a:xfrm>
            <a:off x="3124200" y="6248400"/>
            <a:ext cx="2895600" cy="4572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4" name="Google Shape;304;p79"/>
          <p:cNvSpPr txBox="1">
            <a:spLocks noGrp="1"/>
          </p:cNvSpPr>
          <p:nvPr>
            <p:ph type="sldNum" idx="12"/>
          </p:nvPr>
        </p:nvSpPr>
        <p:spPr>
          <a:xfrm>
            <a:off x="6553200" y="6243637"/>
            <a:ext cx="2133600" cy="457200"/>
          </a:xfrm>
          <a:prstGeom prst="rect">
            <a:avLst/>
          </a:prstGeom>
          <a:noFill/>
          <a:ln>
            <a:noFill/>
          </a:ln>
        </p:spPr>
        <p:txBody>
          <a:bodyPr spcFirstLastPara="1" wrap="square" lIns="91425" tIns="45700" rIns="91425" bIns="45700" anchor="b" anchorCtr="0">
            <a:noAutofit/>
          </a:bodyPr>
          <a:lstStyle>
            <a:lvl1pPr marL="0" marR="0" lvl="0" indent="0" algn="r">
              <a:lnSpc>
                <a:spcPct val="100000"/>
              </a:lnSpc>
              <a:spcBef>
                <a:spcPts val="0"/>
              </a:spcBef>
              <a:spcAft>
                <a:spcPts val="0"/>
              </a:spcAft>
              <a:buClr>
                <a:srgbClr val="FFFFFF"/>
              </a:buClr>
              <a:buSzPts val="1200"/>
              <a:buFont typeface="Arial"/>
              <a:buNone/>
              <a:defRPr sz="1200" b="0" i="0" u="none">
                <a:solidFill>
                  <a:srgbClr val="FFFFFF"/>
                </a:solidFill>
                <a:latin typeface="Arial"/>
                <a:ea typeface="Arial"/>
                <a:cs typeface="Arial"/>
                <a:sym typeface="Arial"/>
              </a:defRPr>
            </a:lvl1pPr>
            <a:lvl2pPr marL="0" marR="0" lvl="1" indent="0" algn="r">
              <a:lnSpc>
                <a:spcPct val="100000"/>
              </a:lnSpc>
              <a:spcBef>
                <a:spcPts val="0"/>
              </a:spcBef>
              <a:spcAft>
                <a:spcPts val="0"/>
              </a:spcAft>
              <a:buClr>
                <a:srgbClr val="FFFFFF"/>
              </a:buClr>
              <a:buSzPts val="1200"/>
              <a:buFont typeface="Arial"/>
              <a:buNone/>
              <a:defRPr sz="1200" b="0" i="0" u="none">
                <a:solidFill>
                  <a:srgbClr val="FFFFFF"/>
                </a:solidFill>
                <a:latin typeface="Arial"/>
                <a:ea typeface="Arial"/>
                <a:cs typeface="Arial"/>
                <a:sym typeface="Arial"/>
              </a:defRPr>
            </a:lvl2pPr>
            <a:lvl3pPr marL="0" marR="0" lvl="2" indent="0" algn="r">
              <a:lnSpc>
                <a:spcPct val="100000"/>
              </a:lnSpc>
              <a:spcBef>
                <a:spcPts val="0"/>
              </a:spcBef>
              <a:spcAft>
                <a:spcPts val="0"/>
              </a:spcAft>
              <a:buClr>
                <a:srgbClr val="FFFFFF"/>
              </a:buClr>
              <a:buSzPts val="1200"/>
              <a:buFont typeface="Arial"/>
              <a:buNone/>
              <a:defRPr sz="1200" b="0" i="0" u="none">
                <a:solidFill>
                  <a:srgbClr val="FFFFFF"/>
                </a:solidFill>
                <a:latin typeface="Arial"/>
                <a:ea typeface="Arial"/>
                <a:cs typeface="Arial"/>
                <a:sym typeface="Arial"/>
              </a:defRPr>
            </a:lvl3pPr>
            <a:lvl4pPr marL="0" marR="0" lvl="3" indent="0" algn="r">
              <a:lnSpc>
                <a:spcPct val="100000"/>
              </a:lnSpc>
              <a:spcBef>
                <a:spcPts val="0"/>
              </a:spcBef>
              <a:spcAft>
                <a:spcPts val="0"/>
              </a:spcAft>
              <a:buClr>
                <a:srgbClr val="FFFFFF"/>
              </a:buClr>
              <a:buSzPts val="1200"/>
              <a:buFont typeface="Arial"/>
              <a:buNone/>
              <a:defRPr sz="1200" b="0" i="0" u="none">
                <a:solidFill>
                  <a:srgbClr val="FFFFFF"/>
                </a:solidFill>
                <a:latin typeface="Arial"/>
                <a:ea typeface="Arial"/>
                <a:cs typeface="Arial"/>
                <a:sym typeface="Arial"/>
              </a:defRPr>
            </a:lvl4pPr>
            <a:lvl5pPr marL="0" marR="0" lvl="4" indent="0" algn="r">
              <a:lnSpc>
                <a:spcPct val="100000"/>
              </a:lnSpc>
              <a:spcBef>
                <a:spcPts val="0"/>
              </a:spcBef>
              <a:spcAft>
                <a:spcPts val="0"/>
              </a:spcAft>
              <a:buClr>
                <a:srgbClr val="FFFFFF"/>
              </a:buClr>
              <a:buSzPts val="1200"/>
              <a:buFont typeface="Arial"/>
              <a:buNone/>
              <a:defRPr sz="1200" b="0" i="0" u="none">
                <a:solidFill>
                  <a:srgbClr val="FFFFFF"/>
                </a:solidFill>
                <a:latin typeface="Arial"/>
                <a:ea typeface="Arial"/>
                <a:cs typeface="Arial"/>
                <a:sym typeface="Arial"/>
              </a:defRPr>
            </a:lvl5pPr>
            <a:lvl6pPr marL="0" marR="0" lvl="5" indent="0" algn="r">
              <a:lnSpc>
                <a:spcPct val="100000"/>
              </a:lnSpc>
              <a:spcBef>
                <a:spcPts val="0"/>
              </a:spcBef>
              <a:spcAft>
                <a:spcPts val="0"/>
              </a:spcAft>
              <a:buClr>
                <a:srgbClr val="FFFFFF"/>
              </a:buClr>
              <a:buSzPts val="1200"/>
              <a:buFont typeface="Arial"/>
              <a:buNone/>
              <a:defRPr sz="1200" b="0" i="0" u="none">
                <a:solidFill>
                  <a:srgbClr val="FFFFFF"/>
                </a:solidFill>
                <a:latin typeface="Arial"/>
                <a:ea typeface="Arial"/>
                <a:cs typeface="Arial"/>
                <a:sym typeface="Arial"/>
              </a:defRPr>
            </a:lvl6pPr>
            <a:lvl7pPr marL="0" marR="0" lvl="6" indent="0" algn="r">
              <a:lnSpc>
                <a:spcPct val="100000"/>
              </a:lnSpc>
              <a:spcBef>
                <a:spcPts val="0"/>
              </a:spcBef>
              <a:spcAft>
                <a:spcPts val="0"/>
              </a:spcAft>
              <a:buClr>
                <a:srgbClr val="FFFFFF"/>
              </a:buClr>
              <a:buSzPts val="1200"/>
              <a:buFont typeface="Arial"/>
              <a:buNone/>
              <a:defRPr sz="1200" b="0" i="0" u="none">
                <a:solidFill>
                  <a:srgbClr val="FFFFFF"/>
                </a:solidFill>
                <a:latin typeface="Arial"/>
                <a:ea typeface="Arial"/>
                <a:cs typeface="Arial"/>
                <a:sym typeface="Arial"/>
              </a:defRPr>
            </a:lvl7pPr>
            <a:lvl8pPr marL="0" marR="0" lvl="7" indent="0" algn="r">
              <a:lnSpc>
                <a:spcPct val="100000"/>
              </a:lnSpc>
              <a:spcBef>
                <a:spcPts val="0"/>
              </a:spcBef>
              <a:spcAft>
                <a:spcPts val="0"/>
              </a:spcAft>
              <a:buClr>
                <a:srgbClr val="FFFFFF"/>
              </a:buClr>
              <a:buSzPts val="1200"/>
              <a:buFont typeface="Arial"/>
              <a:buNone/>
              <a:defRPr sz="1200" b="0" i="0" u="none">
                <a:solidFill>
                  <a:srgbClr val="FFFFFF"/>
                </a:solidFill>
                <a:latin typeface="Arial"/>
                <a:ea typeface="Arial"/>
                <a:cs typeface="Arial"/>
                <a:sym typeface="Arial"/>
              </a:defRPr>
            </a:lvl8pPr>
            <a:lvl9pPr marL="0" marR="0" lvl="8" indent="0" algn="r">
              <a:lnSpc>
                <a:spcPct val="100000"/>
              </a:lnSpc>
              <a:spcBef>
                <a:spcPts val="0"/>
              </a:spcBef>
              <a:spcAft>
                <a:spcPts val="0"/>
              </a:spcAft>
              <a:buClr>
                <a:srgbClr val="FFFFFF"/>
              </a:buClr>
              <a:buSzPts val="1200"/>
              <a:buFont typeface="Arial"/>
              <a:buNone/>
              <a:defRPr sz="1200" b="0" i="0" u="none">
                <a:solidFill>
                  <a:srgbClr val="FFFFF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‹N°›</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1"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2" Type="http://schemas.openxmlformats.org/officeDocument/2006/relationships/theme" Target="../theme/theme5.xml"/><Relationship Id="rId1"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2">
            <a:lumMod val="50000"/>
          </a:schemeClr>
        </a:solidFill>
        <a:effectLst/>
      </p:bgPr>
    </p:bg>
    <p:spTree>
      <p:nvGrpSpPr>
        <p:cNvPr id="1" name="Shape 9"/>
        <p:cNvGrpSpPr/>
        <p:nvPr/>
      </p:nvGrpSpPr>
      <p:grpSpPr>
        <a:xfrm>
          <a:off x="0" y="0"/>
          <a:ext cx="0" cy="0"/>
          <a:chOff x="0" y="0"/>
          <a:chExt cx="0" cy="0"/>
        </a:xfrm>
      </p:grpSpPr>
      <p:grpSp>
        <p:nvGrpSpPr>
          <p:cNvPr id="10" name="Google Shape;10;p70"/>
          <p:cNvGrpSpPr/>
          <p:nvPr/>
        </p:nvGrpSpPr>
        <p:grpSpPr>
          <a:xfrm>
            <a:off x="0" y="0"/>
            <a:ext cx="9144000" cy="6856412"/>
            <a:chOff x="0" y="0"/>
            <a:chExt cx="9143999" cy="6856412"/>
          </a:xfrm>
        </p:grpSpPr>
        <p:sp>
          <p:nvSpPr>
            <p:cNvPr id="11" name="Google Shape;11;p70"/>
            <p:cNvSpPr/>
            <p:nvPr/>
          </p:nvSpPr>
          <p:spPr>
            <a:xfrm>
              <a:off x="0" y="19050"/>
              <a:ext cx="9140825" cy="5195886"/>
            </a:xfrm>
            <a:custGeom>
              <a:avLst/>
              <a:gdLst/>
              <a:ahLst/>
              <a:cxnLst/>
              <a:rect l="l" t="t" r="r" b="b"/>
              <a:pathLst>
                <a:path w="120000" h="120000" extrusionOk="0">
                  <a:moveTo>
                    <a:pt x="66752" y="66581"/>
                  </a:moveTo>
                  <a:lnTo>
                    <a:pt x="0" y="0"/>
                  </a:lnTo>
                  <a:lnTo>
                    <a:pt x="0" y="19138"/>
                  </a:lnTo>
                  <a:lnTo>
                    <a:pt x="63491" y="72520"/>
                  </a:lnTo>
                  <a:lnTo>
                    <a:pt x="120000" y="120000"/>
                  </a:lnTo>
                  <a:lnTo>
                    <a:pt x="120000" y="119780"/>
                  </a:lnTo>
                  <a:lnTo>
                    <a:pt x="66752" y="66581"/>
                  </a:lnTo>
                  <a:lnTo>
                    <a:pt x="66752" y="66581"/>
                  </a:lnTo>
                  <a:close/>
                </a:path>
              </a:pathLst>
            </a:custGeom>
            <a:gradFill>
              <a:gsLst>
                <a:gs pos="0">
                  <a:srgbClr val="000051"/>
                </a:gs>
                <a:gs pos="100000">
                  <a:schemeClr val="lt2"/>
                </a:gs>
              </a:gsLst>
              <a:lin ang="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12" name="Google Shape;12;p70"/>
            <p:cNvSpPr/>
            <p:nvPr/>
          </p:nvSpPr>
          <p:spPr>
            <a:xfrm>
              <a:off x="236537" y="0"/>
              <a:ext cx="8904287" cy="5148262"/>
            </a:xfrm>
            <a:custGeom>
              <a:avLst/>
              <a:gdLst/>
              <a:ahLst/>
              <a:cxnLst/>
              <a:rect l="l" t="t" r="r" b="b"/>
              <a:pathLst>
                <a:path w="120000" h="120000" extrusionOk="0">
                  <a:moveTo>
                    <a:pt x="67887" y="63422"/>
                  </a:moveTo>
                  <a:lnTo>
                    <a:pt x="9250" y="0"/>
                  </a:lnTo>
                  <a:lnTo>
                    <a:pt x="0" y="0"/>
                  </a:lnTo>
                  <a:lnTo>
                    <a:pt x="66235" y="66086"/>
                  </a:lnTo>
                  <a:lnTo>
                    <a:pt x="119999" y="120000"/>
                  </a:lnTo>
                  <a:lnTo>
                    <a:pt x="119999" y="119777"/>
                  </a:lnTo>
                  <a:lnTo>
                    <a:pt x="67887" y="63422"/>
                  </a:lnTo>
                  <a:lnTo>
                    <a:pt x="67887" y="63422"/>
                  </a:lnTo>
                  <a:close/>
                </a:path>
              </a:pathLst>
            </a:custGeom>
            <a:gradFill>
              <a:gsLst>
                <a:gs pos="0">
                  <a:srgbClr val="00005D"/>
                </a:gs>
                <a:gs pos="100000">
                  <a:schemeClr val="lt1"/>
                </a:gs>
              </a:gsLst>
              <a:lin ang="27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13" name="Google Shape;13;p70"/>
            <p:cNvSpPr/>
            <p:nvPr/>
          </p:nvSpPr>
          <p:spPr>
            <a:xfrm>
              <a:off x="0" y="5449887"/>
              <a:ext cx="6410325" cy="303211"/>
            </a:xfrm>
            <a:custGeom>
              <a:avLst/>
              <a:gdLst/>
              <a:ahLst/>
              <a:cxnLst/>
              <a:rect l="l" t="t" r="r" b="b"/>
              <a:pathLst>
                <a:path w="120000" h="120000" extrusionOk="0">
                  <a:moveTo>
                    <a:pt x="0" y="97500"/>
                  </a:moveTo>
                  <a:lnTo>
                    <a:pt x="120000" y="120000"/>
                  </a:lnTo>
                  <a:lnTo>
                    <a:pt x="120000" y="90000"/>
                  </a:lnTo>
                  <a:lnTo>
                    <a:pt x="0" y="0"/>
                  </a:lnTo>
                  <a:lnTo>
                    <a:pt x="0" y="97500"/>
                  </a:lnTo>
                  <a:lnTo>
                    <a:pt x="0" y="97500"/>
                  </a:lnTo>
                  <a:close/>
                </a:path>
              </a:pathLst>
            </a:custGeom>
            <a:gradFill>
              <a:gsLst>
                <a:gs pos="0">
                  <a:srgbClr val="000061"/>
                </a:gs>
                <a:gs pos="100000">
                  <a:schemeClr val="lt2"/>
                </a:gs>
              </a:gsLst>
              <a:lin ang="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14" name="Google Shape;14;p70"/>
            <p:cNvSpPr/>
            <p:nvPr/>
          </p:nvSpPr>
          <p:spPr>
            <a:xfrm>
              <a:off x="6410325" y="5678487"/>
              <a:ext cx="2730500" cy="103186"/>
            </a:xfrm>
            <a:custGeom>
              <a:avLst/>
              <a:gdLst/>
              <a:ahLst/>
              <a:cxnLst/>
              <a:rect l="l" t="t" r="r" b="b"/>
              <a:pathLst>
                <a:path w="120000" h="120000" extrusionOk="0">
                  <a:moveTo>
                    <a:pt x="120000" y="120000"/>
                  </a:moveTo>
                  <a:lnTo>
                    <a:pt x="120000" y="109090"/>
                  </a:lnTo>
                  <a:lnTo>
                    <a:pt x="0" y="0"/>
                  </a:lnTo>
                  <a:lnTo>
                    <a:pt x="0" y="87272"/>
                  </a:lnTo>
                  <a:lnTo>
                    <a:pt x="120000" y="120000"/>
                  </a:lnTo>
                  <a:lnTo>
                    <a:pt x="120000" y="120000"/>
                  </a:lnTo>
                  <a:close/>
                </a:path>
              </a:pathLst>
            </a:custGeom>
            <a:gradFill>
              <a:gsLst>
                <a:gs pos="0">
                  <a:schemeClr val="lt2"/>
                </a:gs>
                <a:gs pos="100000">
                  <a:schemeClr val="lt1"/>
                </a:gs>
              </a:gsLst>
              <a:lin ang="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15" name="Google Shape;15;p70"/>
            <p:cNvSpPr/>
            <p:nvPr/>
          </p:nvSpPr>
          <p:spPr>
            <a:xfrm>
              <a:off x="0" y="5915025"/>
              <a:ext cx="7594599" cy="522286"/>
            </a:xfrm>
            <a:custGeom>
              <a:avLst/>
              <a:gdLst/>
              <a:ahLst/>
              <a:cxnLst/>
              <a:rect l="l" t="t" r="r" b="b"/>
              <a:pathLst>
                <a:path w="120000" h="120000" extrusionOk="0">
                  <a:moveTo>
                    <a:pt x="0" y="120000"/>
                  </a:moveTo>
                  <a:lnTo>
                    <a:pt x="120000" y="28085"/>
                  </a:lnTo>
                  <a:lnTo>
                    <a:pt x="120000" y="0"/>
                  </a:lnTo>
                  <a:lnTo>
                    <a:pt x="0" y="39027"/>
                  </a:lnTo>
                  <a:lnTo>
                    <a:pt x="0" y="120000"/>
                  </a:lnTo>
                  <a:lnTo>
                    <a:pt x="0" y="120000"/>
                  </a:lnTo>
                  <a:close/>
                </a:path>
              </a:pathLst>
            </a:custGeom>
            <a:gradFill>
              <a:gsLst>
                <a:gs pos="0">
                  <a:srgbClr val="00007D"/>
                </a:gs>
                <a:gs pos="100000">
                  <a:schemeClr val="lt1"/>
                </a:gs>
              </a:gsLst>
              <a:lin ang="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16" name="Google Shape;16;p70"/>
            <p:cNvSpPr/>
            <p:nvPr/>
          </p:nvSpPr>
          <p:spPr>
            <a:xfrm>
              <a:off x="7594600" y="5876925"/>
              <a:ext cx="1546225" cy="160337"/>
            </a:xfrm>
            <a:custGeom>
              <a:avLst/>
              <a:gdLst/>
              <a:ahLst/>
              <a:cxnLst/>
              <a:rect l="l" t="t" r="r" b="b"/>
              <a:pathLst>
                <a:path w="120000" h="120000" extrusionOk="0">
                  <a:moveTo>
                    <a:pt x="120000" y="57029"/>
                  </a:moveTo>
                  <a:lnTo>
                    <a:pt x="120000" y="0"/>
                  </a:lnTo>
                  <a:lnTo>
                    <a:pt x="0" y="28514"/>
                  </a:lnTo>
                  <a:lnTo>
                    <a:pt x="0" y="120000"/>
                  </a:lnTo>
                  <a:lnTo>
                    <a:pt x="120000" y="57029"/>
                  </a:lnTo>
                  <a:lnTo>
                    <a:pt x="120000" y="57029"/>
                  </a:lnTo>
                  <a:close/>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17" name="Google Shape;17;p70"/>
            <p:cNvSpPr/>
            <p:nvPr/>
          </p:nvSpPr>
          <p:spPr>
            <a:xfrm>
              <a:off x="5745162" y="6056312"/>
              <a:ext cx="3395661" cy="314324"/>
            </a:xfrm>
            <a:custGeom>
              <a:avLst/>
              <a:gdLst/>
              <a:ahLst/>
              <a:cxnLst/>
              <a:rect l="l" t="t" r="r" b="b"/>
              <a:pathLst>
                <a:path w="120000" h="120000" extrusionOk="0">
                  <a:moveTo>
                    <a:pt x="120000" y="0"/>
                  </a:moveTo>
                  <a:lnTo>
                    <a:pt x="0" y="94545"/>
                  </a:lnTo>
                  <a:lnTo>
                    <a:pt x="0" y="119999"/>
                  </a:lnTo>
                  <a:lnTo>
                    <a:pt x="120000" y="0"/>
                  </a:lnTo>
                  <a:lnTo>
                    <a:pt x="120000"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18" name="Google Shape;18;p70"/>
            <p:cNvSpPr/>
            <p:nvPr/>
          </p:nvSpPr>
          <p:spPr>
            <a:xfrm>
              <a:off x="0" y="6303962"/>
              <a:ext cx="5745161" cy="552449"/>
            </a:xfrm>
            <a:custGeom>
              <a:avLst/>
              <a:gdLst/>
              <a:ahLst/>
              <a:cxnLst/>
              <a:rect l="l" t="t" r="r" b="b"/>
              <a:pathLst>
                <a:path w="120000" h="120000" extrusionOk="0">
                  <a:moveTo>
                    <a:pt x="0" y="120000"/>
                  </a:moveTo>
                  <a:lnTo>
                    <a:pt x="10300" y="120000"/>
                  </a:lnTo>
                  <a:lnTo>
                    <a:pt x="120000" y="14482"/>
                  </a:lnTo>
                  <a:lnTo>
                    <a:pt x="120000" y="0"/>
                  </a:lnTo>
                  <a:lnTo>
                    <a:pt x="0" y="91034"/>
                  </a:lnTo>
                  <a:lnTo>
                    <a:pt x="0" y="120000"/>
                  </a:lnTo>
                  <a:lnTo>
                    <a:pt x="0" y="120000"/>
                  </a:lnTo>
                  <a:close/>
                </a:path>
              </a:pathLst>
            </a:custGeom>
            <a:gradFill>
              <a:gsLst>
                <a:gs pos="0">
                  <a:srgbClr val="00006F"/>
                </a:gs>
                <a:gs pos="100000">
                  <a:schemeClr val="lt1"/>
                </a:gs>
              </a:gsLst>
              <a:lin ang="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19" name="Google Shape;19;p70"/>
            <p:cNvSpPr/>
            <p:nvPr/>
          </p:nvSpPr>
          <p:spPr>
            <a:xfrm>
              <a:off x="3328987" y="6418262"/>
              <a:ext cx="3990975" cy="438150"/>
            </a:xfrm>
            <a:custGeom>
              <a:avLst/>
              <a:gdLst/>
              <a:ahLst/>
              <a:cxnLst/>
              <a:rect l="l" t="t" r="r" b="b"/>
              <a:pathLst>
                <a:path w="120000" h="120000" extrusionOk="0">
                  <a:moveTo>
                    <a:pt x="104028" y="120000"/>
                  </a:moveTo>
                  <a:lnTo>
                    <a:pt x="120000" y="88695"/>
                  </a:lnTo>
                  <a:lnTo>
                    <a:pt x="107747" y="0"/>
                  </a:lnTo>
                  <a:lnTo>
                    <a:pt x="0" y="120000"/>
                  </a:lnTo>
                  <a:lnTo>
                    <a:pt x="104028" y="120000"/>
                  </a:lnTo>
                  <a:lnTo>
                    <a:pt x="104028" y="12000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20" name="Google Shape;20;p70"/>
            <p:cNvSpPr/>
            <p:nvPr/>
          </p:nvSpPr>
          <p:spPr>
            <a:xfrm>
              <a:off x="6911975" y="6142037"/>
              <a:ext cx="2228850" cy="600075"/>
            </a:xfrm>
            <a:custGeom>
              <a:avLst/>
              <a:gdLst/>
              <a:ahLst/>
              <a:cxnLst/>
              <a:rect l="l" t="t" r="r" b="b"/>
              <a:pathLst>
                <a:path w="120000" h="120000" extrusionOk="0">
                  <a:moveTo>
                    <a:pt x="120000" y="40000"/>
                  </a:moveTo>
                  <a:lnTo>
                    <a:pt x="120000" y="0"/>
                  </a:lnTo>
                  <a:lnTo>
                    <a:pt x="0" y="55238"/>
                  </a:lnTo>
                  <a:lnTo>
                    <a:pt x="21950" y="120000"/>
                  </a:lnTo>
                  <a:lnTo>
                    <a:pt x="120000" y="40000"/>
                  </a:lnTo>
                  <a:lnTo>
                    <a:pt x="120000" y="40000"/>
                  </a:lnTo>
                  <a:close/>
                </a:path>
              </a:pathLst>
            </a:custGeom>
            <a:gradFill>
              <a:gsLst>
                <a:gs pos="0">
                  <a:schemeClr val="lt1"/>
                </a:gs>
                <a:gs pos="100000">
                  <a:srgbClr val="08089C"/>
                </a:gs>
              </a:gsLst>
              <a:lin ang="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21" name="Google Shape;21;p70"/>
            <p:cNvSpPr/>
            <p:nvPr/>
          </p:nvSpPr>
          <p:spPr>
            <a:xfrm>
              <a:off x="7985125" y="5002212"/>
              <a:ext cx="1155700" cy="381000"/>
            </a:xfrm>
            <a:custGeom>
              <a:avLst/>
              <a:gdLst/>
              <a:ahLst/>
              <a:cxnLst/>
              <a:rect l="l" t="t" r="r" b="b"/>
              <a:pathLst>
                <a:path w="120000" h="120000" extrusionOk="0">
                  <a:moveTo>
                    <a:pt x="120000" y="120000"/>
                  </a:moveTo>
                  <a:lnTo>
                    <a:pt x="0" y="0"/>
                  </a:lnTo>
                  <a:lnTo>
                    <a:pt x="0" y="3000"/>
                  </a:lnTo>
                  <a:lnTo>
                    <a:pt x="120000" y="120000"/>
                  </a:lnTo>
                  <a:lnTo>
                    <a:pt x="120000" y="12000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22" name="Google Shape;22;p70"/>
            <p:cNvSpPr/>
            <p:nvPr/>
          </p:nvSpPr>
          <p:spPr>
            <a:xfrm>
              <a:off x="0" y="2359025"/>
              <a:ext cx="7985125" cy="2652712"/>
            </a:xfrm>
            <a:custGeom>
              <a:avLst/>
              <a:gdLst/>
              <a:ahLst/>
              <a:cxnLst/>
              <a:rect l="l" t="t" r="r" b="b"/>
              <a:pathLst>
                <a:path w="120000" h="120000" extrusionOk="0">
                  <a:moveTo>
                    <a:pt x="0" y="5167"/>
                  </a:moveTo>
                  <a:lnTo>
                    <a:pt x="120000" y="119999"/>
                  </a:lnTo>
                  <a:lnTo>
                    <a:pt x="120000" y="119569"/>
                  </a:lnTo>
                  <a:lnTo>
                    <a:pt x="0" y="0"/>
                  </a:lnTo>
                  <a:lnTo>
                    <a:pt x="0" y="5167"/>
                  </a:lnTo>
                  <a:lnTo>
                    <a:pt x="0" y="5167"/>
                  </a:lnTo>
                  <a:close/>
                </a:path>
              </a:pathLst>
            </a:custGeom>
            <a:gradFill>
              <a:gsLst>
                <a:gs pos="0">
                  <a:srgbClr val="000053"/>
                </a:gs>
                <a:gs pos="100000">
                  <a:schemeClr val="lt1"/>
                </a:gs>
              </a:gsLst>
              <a:lin ang="27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23" name="Google Shape;23;p70"/>
            <p:cNvSpPr/>
            <p:nvPr/>
          </p:nvSpPr>
          <p:spPr>
            <a:xfrm>
              <a:off x="7985125" y="4840287"/>
              <a:ext cx="1155700" cy="504824"/>
            </a:xfrm>
            <a:custGeom>
              <a:avLst/>
              <a:gdLst/>
              <a:ahLst/>
              <a:cxnLst/>
              <a:rect l="l" t="t" r="r" b="b"/>
              <a:pathLst>
                <a:path w="120000" h="120000" extrusionOk="0">
                  <a:moveTo>
                    <a:pt x="120000" y="120000"/>
                  </a:moveTo>
                  <a:lnTo>
                    <a:pt x="120000" y="117735"/>
                  </a:lnTo>
                  <a:lnTo>
                    <a:pt x="0" y="0"/>
                  </a:lnTo>
                  <a:lnTo>
                    <a:pt x="0" y="20377"/>
                  </a:lnTo>
                  <a:lnTo>
                    <a:pt x="120000" y="120000"/>
                  </a:lnTo>
                  <a:lnTo>
                    <a:pt x="120000" y="120000"/>
                  </a:lnTo>
                  <a:close/>
                </a:path>
              </a:pathLst>
            </a:custGeom>
            <a:gradFill>
              <a:gsLst>
                <a:gs pos="0">
                  <a:schemeClr val="lt2"/>
                </a:gs>
                <a:gs pos="100000">
                  <a:schemeClr val="lt1"/>
                </a:gs>
              </a:gsLst>
              <a:lin ang="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24" name="Google Shape;24;p70"/>
            <p:cNvSpPr/>
            <p:nvPr/>
          </p:nvSpPr>
          <p:spPr>
            <a:xfrm>
              <a:off x="0" y="1454150"/>
              <a:ext cx="7985125" cy="3471862"/>
            </a:xfrm>
            <a:custGeom>
              <a:avLst/>
              <a:gdLst/>
              <a:ahLst/>
              <a:cxnLst/>
              <a:rect l="l" t="t" r="r" b="b"/>
              <a:pathLst>
                <a:path w="120000" h="120000" extrusionOk="0">
                  <a:moveTo>
                    <a:pt x="0" y="21718"/>
                  </a:moveTo>
                  <a:lnTo>
                    <a:pt x="120000" y="120000"/>
                  </a:lnTo>
                  <a:lnTo>
                    <a:pt x="120000" y="117038"/>
                  </a:lnTo>
                  <a:lnTo>
                    <a:pt x="0" y="0"/>
                  </a:lnTo>
                  <a:lnTo>
                    <a:pt x="0" y="21718"/>
                  </a:lnTo>
                  <a:lnTo>
                    <a:pt x="0" y="21718"/>
                  </a:lnTo>
                  <a:close/>
                </a:path>
              </a:pathLst>
            </a:custGeom>
            <a:gradFill>
              <a:gsLst>
                <a:gs pos="0">
                  <a:srgbClr val="000055"/>
                </a:gs>
                <a:gs pos="100000">
                  <a:schemeClr val="lt2"/>
                </a:gs>
              </a:gsLst>
              <a:lin ang="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25" name="Google Shape;25;p70"/>
            <p:cNvSpPr/>
            <p:nvPr/>
          </p:nvSpPr>
          <p:spPr>
            <a:xfrm>
              <a:off x="3641725" y="0"/>
              <a:ext cx="5014911" cy="4325937"/>
            </a:xfrm>
            <a:custGeom>
              <a:avLst/>
              <a:gdLst/>
              <a:ahLst/>
              <a:cxnLst/>
              <a:rect l="l" t="t" r="r" b="b"/>
              <a:pathLst>
                <a:path w="120000" h="120000" extrusionOk="0">
                  <a:moveTo>
                    <a:pt x="0" y="0"/>
                  </a:moveTo>
                  <a:lnTo>
                    <a:pt x="119317" y="119999"/>
                  </a:lnTo>
                  <a:lnTo>
                    <a:pt x="120000" y="118987"/>
                  </a:lnTo>
                  <a:lnTo>
                    <a:pt x="3869" y="0"/>
                  </a:lnTo>
                  <a:lnTo>
                    <a:pt x="0" y="0"/>
                  </a:lnTo>
                  <a:lnTo>
                    <a:pt x="0" y="0"/>
                  </a:lnTo>
                  <a:close/>
                </a:path>
              </a:pathLst>
            </a:custGeom>
            <a:gradFill>
              <a:gsLst>
                <a:gs pos="0">
                  <a:srgbClr val="00006B"/>
                </a:gs>
                <a:gs pos="100000">
                  <a:schemeClr val="lt1"/>
                </a:gs>
              </a:gsLst>
              <a:lin ang="27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26" name="Google Shape;26;p70"/>
            <p:cNvSpPr/>
            <p:nvPr/>
          </p:nvSpPr>
          <p:spPr>
            <a:xfrm>
              <a:off x="8628061" y="4289425"/>
              <a:ext cx="512762" cy="474661"/>
            </a:xfrm>
            <a:custGeom>
              <a:avLst/>
              <a:gdLst/>
              <a:ahLst/>
              <a:cxnLst/>
              <a:rect l="l" t="t" r="r" b="b"/>
              <a:pathLst>
                <a:path w="120000" h="120000" extrusionOk="0">
                  <a:moveTo>
                    <a:pt x="120000" y="120000"/>
                  </a:moveTo>
                  <a:lnTo>
                    <a:pt x="120000" y="105551"/>
                  </a:lnTo>
                  <a:lnTo>
                    <a:pt x="6687" y="0"/>
                  </a:lnTo>
                  <a:lnTo>
                    <a:pt x="0" y="9230"/>
                  </a:lnTo>
                  <a:lnTo>
                    <a:pt x="120000" y="120000"/>
                  </a:lnTo>
                  <a:lnTo>
                    <a:pt x="120000" y="120000"/>
                  </a:lnTo>
                  <a:close/>
                </a:path>
              </a:pathLst>
            </a:custGeom>
            <a:gradFill>
              <a:gsLst>
                <a:gs pos="0">
                  <a:schemeClr val="lt1"/>
                </a:gs>
                <a:gs pos="100000">
                  <a:srgbClr val="0F0F9F"/>
                </a:gs>
              </a:gsLst>
              <a:lin ang="27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27" name="Google Shape;27;p70"/>
            <p:cNvSpPr/>
            <p:nvPr/>
          </p:nvSpPr>
          <p:spPr>
            <a:xfrm>
              <a:off x="8694736" y="4108450"/>
              <a:ext cx="446086" cy="531811"/>
            </a:xfrm>
            <a:custGeom>
              <a:avLst/>
              <a:gdLst/>
              <a:ahLst/>
              <a:cxnLst/>
              <a:rect l="l" t="t" r="r" b="b"/>
              <a:pathLst>
                <a:path w="120000" h="120000" extrusionOk="0">
                  <a:moveTo>
                    <a:pt x="120000" y="120000"/>
                  </a:moveTo>
                  <a:lnTo>
                    <a:pt x="120000" y="61970"/>
                  </a:lnTo>
                  <a:lnTo>
                    <a:pt x="40996" y="0"/>
                  </a:lnTo>
                  <a:lnTo>
                    <a:pt x="0" y="32238"/>
                  </a:lnTo>
                  <a:lnTo>
                    <a:pt x="120000" y="120000"/>
                  </a:lnTo>
                  <a:lnTo>
                    <a:pt x="120000" y="12000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28" name="Google Shape;28;p70"/>
            <p:cNvSpPr/>
            <p:nvPr/>
          </p:nvSpPr>
          <p:spPr>
            <a:xfrm>
              <a:off x="3895725" y="0"/>
              <a:ext cx="4951411" cy="4251324"/>
            </a:xfrm>
            <a:custGeom>
              <a:avLst/>
              <a:gdLst/>
              <a:ahLst/>
              <a:cxnLst/>
              <a:rect l="l" t="t" r="r" b="b"/>
              <a:pathLst>
                <a:path w="120000" h="120000" extrusionOk="0">
                  <a:moveTo>
                    <a:pt x="0" y="0"/>
                  </a:moveTo>
                  <a:lnTo>
                    <a:pt x="116310" y="120000"/>
                  </a:lnTo>
                  <a:lnTo>
                    <a:pt x="120000" y="115970"/>
                  </a:lnTo>
                  <a:lnTo>
                    <a:pt x="14721" y="0"/>
                  </a:lnTo>
                  <a:lnTo>
                    <a:pt x="0" y="0"/>
                  </a:lnTo>
                  <a:lnTo>
                    <a:pt x="0" y="0"/>
                  </a:lnTo>
                  <a:close/>
                </a:path>
              </a:pathLst>
            </a:custGeom>
            <a:gradFill>
              <a:gsLst>
                <a:gs pos="0">
                  <a:srgbClr val="000047"/>
                </a:gs>
                <a:gs pos="100000">
                  <a:schemeClr val="lt1"/>
                </a:gs>
              </a:gsLst>
              <a:lin ang="27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29" name="Google Shape;29;p70"/>
            <p:cNvSpPr/>
            <p:nvPr/>
          </p:nvSpPr>
          <p:spPr>
            <a:xfrm>
              <a:off x="8931275" y="4022725"/>
              <a:ext cx="209549" cy="209549"/>
            </a:xfrm>
            <a:custGeom>
              <a:avLst/>
              <a:gdLst/>
              <a:ahLst/>
              <a:cxnLst/>
              <a:rect l="l" t="t" r="r" b="b"/>
              <a:pathLst>
                <a:path w="120000" h="120000" extrusionOk="0">
                  <a:moveTo>
                    <a:pt x="120000" y="120000"/>
                  </a:moveTo>
                  <a:lnTo>
                    <a:pt x="0" y="0"/>
                  </a:lnTo>
                  <a:lnTo>
                    <a:pt x="0" y="0"/>
                  </a:lnTo>
                  <a:lnTo>
                    <a:pt x="120000" y="120000"/>
                  </a:lnTo>
                  <a:lnTo>
                    <a:pt x="120000" y="120000"/>
                  </a:lnTo>
                  <a:close/>
                </a:path>
              </a:pathLst>
            </a:custGeom>
            <a:solidFill>
              <a:srgbClr val="FF9999"/>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30" name="Google Shape;30;p70"/>
            <p:cNvSpPr/>
            <p:nvPr/>
          </p:nvSpPr>
          <p:spPr>
            <a:xfrm>
              <a:off x="4940300" y="0"/>
              <a:ext cx="3990975" cy="4022724"/>
            </a:xfrm>
            <a:custGeom>
              <a:avLst/>
              <a:gdLst/>
              <a:ahLst/>
              <a:cxnLst/>
              <a:rect l="l" t="t" r="r" b="b"/>
              <a:pathLst>
                <a:path w="120000" h="120000" extrusionOk="0">
                  <a:moveTo>
                    <a:pt x="0" y="0"/>
                  </a:moveTo>
                  <a:lnTo>
                    <a:pt x="120000" y="120000"/>
                  </a:lnTo>
                  <a:lnTo>
                    <a:pt x="120000" y="120000"/>
                  </a:lnTo>
                  <a:lnTo>
                    <a:pt x="3146" y="0"/>
                  </a:lnTo>
                  <a:lnTo>
                    <a:pt x="0" y="0"/>
                  </a:lnTo>
                  <a:lnTo>
                    <a:pt x="0" y="0"/>
                  </a:lnTo>
                  <a:close/>
                </a:path>
              </a:pathLst>
            </a:custGeom>
            <a:gradFill>
              <a:gsLst>
                <a:gs pos="0">
                  <a:srgbClr val="00004F"/>
                </a:gs>
                <a:gs pos="100000">
                  <a:schemeClr val="lt1"/>
                </a:gs>
              </a:gsLst>
              <a:lin ang="27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31" name="Google Shape;31;p70"/>
            <p:cNvSpPr/>
            <p:nvPr/>
          </p:nvSpPr>
          <p:spPr>
            <a:xfrm>
              <a:off x="5537200" y="0"/>
              <a:ext cx="3489325" cy="3937000"/>
            </a:xfrm>
            <a:custGeom>
              <a:avLst/>
              <a:gdLst/>
              <a:ahLst/>
              <a:cxnLst/>
              <a:rect l="l" t="t" r="r" b="b"/>
              <a:pathLst>
                <a:path w="120000" h="120000" extrusionOk="0">
                  <a:moveTo>
                    <a:pt x="0" y="0"/>
                  </a:moveTo>
                  <a:lnTo>
                    <a:pt x="119345" y="120000"/>
                  </a:lnTo>
                  <a:lnTo>
                    <a:pt x="120000" y="119709"/>
                  </a:lnTo>
                  <a:lnTo>
                    <a:pt x="17290" y="0"/>
                  </a:lnTo>
                  <a:lnTo>
                    <a:pt x="0" y="0"/>
                  </a:lnTo>
                  <a:lnTo>
                    <a:pt x="0" y="0"/>
                  </a:lnTo>
                  <a:close/>
                </a:path>
              </a:pathLst>
            </a:custGeom>
            <a:gradFill>
              <a:gsLst>
                <a:gs pos="0">
                  <a:srgbClr val="000065"/>
                </a:gs>
                <a:gs pos="100000">
                  <a:schemeClr val="lt2"/>
                </a:gs>
              </a:gsLst>
              <a:lin ang="54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32" name="Google Shape;32;p70"/>
            <p:cNvSpPr/>
            <p:nvPr/>
          </p:nvSpPr>
          <p:spPr>
            <a:xfrm>
              <a:off x="9007475" y="3927475"/>
              <a:ext cx="133349" cy="152399"/>
            </a:xfrm>
            <a:custGeom>
              <a:avLst/>
              <a:gdLst/>
              <a:ahLst/>
              <a:cxnLst/>
              <a:rect l="l" t="t" r="r" b="b"/>
              <a:pathLst>
                <a:path w="120000" h="120000" extrusionOk="0">
                  <a:moveTo>
                    <a:pt x="120000" y="120000"/>
                  </a:moveTo>
                  <a:lnTo>
                    <a:pt x="120000" y="112500"/>
                  </a:lnTo>
                  <a:lnTo>
                    <a:pt x="17142" y="0"/>
                  </a:lnTo>
                  <a:lnTo>
                    <a:pt x="0" y="7500"/>
                  </a:lnTo>
                  <a:lnTo>
                    <a:pt x="120000" y="120000"/>
                  </a:lnTo>
                  <a:lnTo>
                    <a:pt x="120000" y="120000"/>
                  </a:lnTo>
                  <a:close/>
                </a:path>
              </a:pathLst>
            </a:custGeom>
            <a:gradFill>
              <a:gsLst>
                <a:gs pos="0">
                  <a:schemeClr val="lt1"/>
                </a:gs>
                <a:gs pos="100000">
                  <a:srgbClr val="1717A2"/>
                </a:gs>
              </a:gsLst>
              <a:lin ang="27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33" name="Google Shape;33;p70"/>
            <p:cNvSpPr/>
            <p:nvPr/>
          </p:nvSpPr>
          <p:spPr>
            <a:xfrm>
              <a:off x="8894761" y="1349375"/>
              <a:ext cx="246062" cy="819150"/>
            </a:xfrm>
            <a:custGeom>
              <a:avLst/>
              <a:gdLst/>
              <a:ahLst/>
              <a:cxnLst/>
              <a:rect l="l" t="t" r="r" b="b"/>
              <a:pathLst>
                <a:path w="120000" h="120000" extrusionOk="0">
                  <a:moveTo>
                    <a:pt x="120000" y="120000"/>
                  </a:moveTo>
                  <a:lnTo>
                    <a:pt x="120000" y="47441"/>
                  </a:lnTo>
                  <a:lnTo>
                    <a:pt x="59612" y="0"/>
                  </a:lnTo>
                  <a:lnTo>
                    <a:pt x="0" y="44651"/>
                  </a:lnTo>
                  <a:lnTo>
                    <a:pt x="120000" y="120000"/>
                  </a:lnTo>
                  <a:lnTo>
                    <a:pt x="120000" y="120000"/>
                  </a:ln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34" name="Google Shape;34;p70"/>
            <p:cNvSpPr/>
            <p:nvPr/>
          </p:nvSpPr>
          <p:spPr>
            <a:xfrm>
              <a:off x="8107361" y="0"/>
              <a:ext cx="909637" cy="1654174"/>
            </a:xfrm>
            <a:custGeom>
              <a:avLst/>
              <a:gdLst/>
              <a:ahLst/>
              <a:cxnLst/>
              <a:rect l="l" t="t" r="r" b="b"/>
              <a:pathLst>
                <a:path w="120000" h="120000" extrusionOk="0">
                  <a:moveTo>
                    <a:pt x="0" y="0"/>
                  </a:moveTo>
                  <a:lnTo>
                    <a:pt x="103902" y="120000"/>
                  </a:lnTo>
                  <a:lnTo>
                    <a:pt x="120000" y="97909"/>
                  </a:lnTo>
                  <a:lnTo>
                    <a:pt x="52473" y="0"/>
                  </a:lnTo>
                  <a:lnTo>
                    <a:pt x="0" y="0"/>
                  </a:lnTo>
                  <a:lnTo>
                    <a:pt x="0" y="0"/>
                  </a:lnTo>
                  <a:close/>
                </a:path>
              </a:pathLst>
            </a:custGeom>
            <a:gradFill>
              <a:gsLst>
                <a:gs pos="0">
                  <a:srgbClr val="000055"/>
                </a:gs>
                <a:gs pos="100000">
                  <a:schemeClr val="lt2"/>
                </a:gs>
              </a:gsLst>
              <a:lin ang="54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35" name="Google Shape;35;p70"/>
            <p:cNvSpPr/>
            <p:nvPr/>
          </p:nvSpPr>
          <p:spPr>
            <a:xfrm>
              <a:off x="8589961" y="0"/>
              <a:ext cx="541337" cy="1263650"/>
            </a:xfrm>
            <a:custGeom>
              <a:avLst/>
              <a:gdLst/>
              <a:ahLst/>
              <a:cxnLst/>
              <a:rect l="l" t="t" r="r" b="b"/>
              <a:pathLst>
                <a:path w="120000" h="120000" extrusionOk="0">
                  <a:moveTo>
                    <a:pt x="50674" y="0"/>
                  </a:moveTo>
                  <a:lnTo>
                    <a:pt x="0" y="0"/>
                  </a:lnTo>
                  <a:lnTo>
                    <a:pt x="100997" y="120000"/>
                  </a:lnTo>
                  <a:lnTo>
                    <a:pt x="119999" y="98318"/>
                  </a:lnTo>
                  <a:lnTo>
                    <a:pt x="50674" y="0"/>
                  </a:lnTo>
                  <a:lnTo>
                    <a:pt x="50674" y="0"/>
                  </a:lnTo>
                  <a:close/>
                </a:path>
              </a:pathLst>
            </a:custGeom>
            <a:gradFill>
              <a:gsLst>
                <a:gs pos="0">
                  <a:srgbClr val="000059"/>
                </a:gs>
                <a:gs pos="100000">
                  <a:schemeClr val="lt2"/>
                </a:gs>
              </a:gsLst>
              <a:lin ang="54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36" name="Google Shape;36;p70"/>
            <p:cNvSpPr/>
            <p:nvPr/>
          </p:nvSpPr>
          <p:spPr>
            <a:xfrm>
              <a:off x="9045575" y="1036637"/>
              <a:ext cx="95250" cy="493711"/>
            </a:xfrm>
            <a:custGeom>
              <a:avLst/>
              <a:gdLst/>
              <a:ahLst/>
              <a:cxnLst/>
              <a:rect l="l" t="t" r="r" b="b"/>
              <a:pathLst>
                <a:path w="120000" h="120000" extrusionOk="0">
                  <a:moveTo>
                    <a:pt x="0" y="55384"/>
                  </a:moveTo>
                  <a:lnTo>
                    <a:pt x="120000" y="120000"/>
                  </a:lnTo>
                  <a:lnTo>
                    <a:pt x="120000" y="2307"/>
                  </a:lnTo>
                  <a:lnTo>
                    <a:pt x="108000" y="0"/>
                  </a:lnTo>
                  <a:lnTo>
                    <a:pt x="0" y="55384"/>
                  </a:lnTo>
                  <a:lnTo>
                    <a:pt x="0" y="55384"/>
                  </a:ln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37" name="Google Shape;37;p70"/>
            <p:cNvSpPr/>
            <p:nvPr/>
          </p:nvSpPr>
          <p:spPr>
            <a:xfrm>
              <a:off x="3175" y="2541586"/>
              <a:ext cx="9131300" cy="2959100"/>
            </a:xfrm>
            <a:custGeom>
              <a:avLst/>
              <a:gdLst/>
              <a:ahLst/>
              <a:cxnLst/>
              <a:rect l="l" t="t" r="r" b="b"/>
              <a:pathLst>
                <a:path w="120000" h="120000" extrusionOk="0">
                  <a:moveTo>
                    <a:pt x="0" y="23884"/>
                  </a:moveTo>
                  <a:lnTo>
                    <a:pt x="120000" y="120000"/>
                  </a:lnTo>
                  <a:lnTo>
                    <a:pt x="120000" y="118068"/>
                  </a:lnTo>
                  <a:lnTo>
                    <a:pt x="0" y="0"/>
                  </a:lnTo>
                  <a:lnTo>
                    <a:pt x="0" y="23884"/>
                  </a:lnTo>
                  <a:lnTo>
                    <a:pt x="0" y="23884"/>
                  </a:lnTo>
                  <a:close/>
                </a:path>
              </a:pathLst>
            </a:custGeom>
            <a:gradFill>
              <a:gsLst>
                <a:gs pos="0">
                  <a:srgbClr val="000061"/>
                </a:gs>
                <a:gs pos="100000">
                  <a:schemeClr val="lt1"/>
                </a:gs>
              </a:gsLst>
              <a:lin ang="27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38" name="Google Shape;38;p70"/>
            <p:cNvSpPr/>
            <p:nvPr/>
          </p:nvSpPr>
          <p:spPr>
            <a:xfrm>
              <a:off x="9134475" y="5529262"/>
              <a:ext cx="9524" cy="9524"/>
            </a:xfrm>
            <a:custGeom>
              <a:avLst/>
              <a:gdLst/>
              <a:ahLst/>
              <a:cxnLst/>
              <a:rect l="l" t="t" r="r" b="b"/>
              <a:pathLst>
                <a:path w="120000" h="120000" extrusionOk="0">
                  <a:moveTo>
                    <a:pt x="120000" y="120000"/>
                  </a:moveTo>
                  <a:lnTo>
                    <a:pt x="0" y="0"/>
                  </a:lnTo>
                  <a:lnTo>
                    <a:pt x="0" y="120000"/>
                  </a:lnTo>
                  <a:lnTo>
                    <a:pt x="120000" y="120000"/>
                  </a:lnTo>
                  <a:lnTo>
                    <a:pt x="120000" y="120000"/>
                  </a:lnTo>
                  <a:close/>
                </a:path>
              </a:pathLst>
            </a:custGeom>
            <a:solidFill>
              <a:srgbClr val="18FF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39" name="Google Shape;39;p70"/>
            <p:cNvSpPr/>
            <p:nvPr/>
          </p:nvSpPr>
          <p:spPr>
            <a:xfrm>
              <a:off x="3175" y="3416300"/>
              <a:ext cx="9131300" cy="2122487"/>
            </a:xfrm>
            <a:custGeom>
              <a:avLst/>
              <a:gdLst/>
              <a:ahLst/>
              <a:cxnLst/>
              <a:rect l="l" t="t" r="r" b="b"/>
              <a:pathLst>
                <a:path w="120000" h="120000" extrusionOk="0">
                  <a:moveTo>
                    <a:pt x="0" y="32849"/>
                  </a:moveTo>
                  <a:lnTo>
                    <a:pt x="120000" y="120000"/>
                  </a:lnTo>
                  <a:lnTo>
                    <a:pt x="120000" y="119461"/>
                  </a:lnTo>
                  <a:lnTo>
                    <a:pt x="0" y="0"/>
                  </a:lnTo>
                  <a:lnTo>
                    <a:pt x="0" y="32849"/>
                  </a:lnTo>
                  <a:lnTo>
                    <a:pt x="0" y="32849"/>
                  </a:lnTo>
                  <a:close/>
                </a:path>
              </a:pathLst>
            </a:custGeom>
            <a:gradFill>
              <a:gsLst>
                <a:gs pos="0">
                  <a:srgbClr val="00005D"/>
                </a:gs>
                <a:gs pos="100000">
                  <a:schemeClr val="lt1"/>
                </a:gs>
              </a:gsLst>
              <a:lin ang="27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40" name="Google Shape;40;p70"/>
            <p:cNvSpPr/>
            <p:nvPr/>
          </p:nvSpPr>
          <p:spPr>
            <a:xfrm>
              <a:off x="3175" y="5043487"/>
              <a:ext cx="9131300" cy="657224"/>
            </a:xfrm>
            <a:custGeom>
              <a:avLst/>
              <a:gdLst/>
              <a:ahLst/>
              <a:cxnLst/>
              <a:rect l="l" t="t" r="r" b="b"/>
              <a:pathLst>
                <a:path w="120000" h="120000" extrusionOk="0">
                  <a:moveTo>
                    <a:pt x="0" y="13913"/>
                  </a:moveTo>
                  <a:lnTo>
                    <a:pt x="120000" y="120000"/>
                  </a:lnTo>
                  <a:lnTo>
                    <a:pt x="120000" y="116521"/>
                  </a:lnTo>
                  <a:lnTo>
                    <a:pt x="0" y="0"/>
                  </a:lnTo>
                  <a:lnTo>
                    <a:pt x="0" y="13913"/>
                  </a:lnTo>
                  <a:lnTo>
                    <a:pt x="0" y="13913"/>
                  </a:lnTo>
                  <a:close/>
                </a:path>
              </a:pathLst>
            </a:custGeom>
            <a:gradFill>
              <a:gsLst>
                <a:gs pos="0">
                  <a:srgbClr val="000082"/>
                </a:gs>
                <a:gs pos="100000">
                  <a:schemeClr val="lt1"/>
                </a:gs>
              </a:gsLst>
              <a:lin ang="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41" name="Google Shape;41;p70"/>
            <p:cNvSpPr/>
            <p:nvPr/>
          </p:nvSpPr>
          <p:spPr>
            <a:xfrm>
              <a:off x="2058986" y="0"/>
              <a:ext cx="7075487" cy="5043487"/>
            </a:xfrm>
            <a:custGeom>
              <a:avLst/>
              <a:gdLst/>
              <a:ahLst/>
              <a:cxnLst/>
              <a:rect l="l" t="t" r="r" b="b"/>
              <a:pathLst>
                <a:path w="120000" h="120000" extrusionOk="0">
                  <a:moveTo>
                    <a:pt x="0" y="0"/>
                  </a:moveTo>
                  <a:lnTo>
                    <a:pt x="120000" y="119999"/>
                  </a:lnTo>
                  <a:lnTo>
                    <a:pt x="120000" y="119093"/>
                  </a:lnTo>
                  <a:lnTo>
                    <a:pt x="3372" y="0"/>
                  </a:lnTo>
                  <a:lnTo>
                    <a:pt x="0" y="0"/>
                  </a:lnTo>
                  <a:lnTo>
                    <a:pt x="0" y="0"/>
                  </a:lnTo>
                  <a:close/>
                </a:path>
              </a:pathLst>
            </a:custGeom>
            <a:gradFill>
              <a:gsLst>
                <a:gs pos="0">
                  <a:srgbClr val="00004A"/>
                </a:gs>
                <a:gs pos="100000">
                  <a:schemeClr val="lt1"/>
                </a:gs>
              </a:gsLst>
              <a:lin ang="27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42" name="Google Shape;42;p70"/>
            <p:cNvSpPr/>
            <p:nvPr/>
          </p:nvSpPr>
          <p:spPr>
            <a:xfrm>
              <a:off x="5272087" y="0"/>
              <a:ext cx="3862387" cy="4149724"/>
            </a:xfrm>
            <a:custGeom>
              <a:avLst/>
              <a:gdLst/>
              <a:ahLst/>
              <a:cxnLst/>
              <a:rect l="l" t="t" r="r" b="b"/>
              <a:pathLst>
                <a:path w="120000" h="120000" extrusionOk="0">
                  <a:moveTo>
                    <a:pt x="0" y="0"/>
                  </a:moveTo>
                  <a:lnTo>
                    <a:pt x="119999" y="120000"/>
                  </a:lnTo>
                  <a:lnTo>
                    <a:pt x="119999" y="119724"/>
                  </a:lnTo>
                  <a:lnTo>
                    <a:pt x="3261" y="0"/>
                  </a:lnTo>
                  <a:lnTo>
                    <a:pt x="0" y="0"/>
                  </a:lnTo>
                  <a:lnTo>
                    <a:pt x="0" y="0"/>
                  </a:lnTo>
                  <a:close/>
                </a:path>
              </a:pathLst>
            </a:custGeom>
            <a:gradFill>
              <a:gsLst>
                <a:gs pos="0">
                  <a:srgbClr val="000082"/>
                </a:gs>
                <a:gs pos="100000">
                  <a:schemeClr val="lt1"/>
                </a:gs>
              </a:gsLst>
              <a:lin ang="27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43" name="Google Shape;43;p70"/>
            <p:cNvSpPr/>
            <p:nvPr/>
          </p:nvSpPr>
          <p:spPr>
            <a:xfrm>
              <a:off x="6270625" y="0"/>
              <a:ext cx="2863849" cy="3911599"/>
            </a:xfrm>
            <a:custGeom>
              <a:avLst/>
              <a:gdLst/>
              <a:ahLst/>
              <a:cxnLst/>
              <a:rect l="l" t="t" r="r" b="b"/>
              <a:pathLst>
                <a:path w="120000" h="120000" extrusionOk="0">
                  <a:moveTo>
                    <a:pt x="32333" y="0"/>
                  </a:moveTo>
                  <a:lnTo>
                    <a:pt x="0" y="0"/>
                  </a:lnTo>
                  <a:lnTo>
                    <a:pt x="120000" y="120000"/>
                  </a:lnTo>
                  <a:lnTo>
                    <a:pt x="120000" y="109480"/>
                  </a:lnTo>
                  <a:lnTo>
                    <a:pt x="119600" y="109480"/>
                  </a:lnTo>
                  <a:lnTo>
                    <a:pt x="32333" y="0"/>
                  </a:lnTo>
                  <a:lnTo>
                    <a:pt x="32333" y="0"/>
                  </a:lnTo>
                  <a:close/>
                </a:path>
              </a:pathLst>
            </a:custGeom>
            <a:gradFill>
              <a:gsLst>
                <a:gs pos="0">
                  <a:srgbClr val="000065"/>
                </a:gs>
                <a:gs pos="100000">
                  <a:schemeClr val="lt2"/>
                </a:gs>
              </a:gsLst>
              <a:lin ang="54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44" name="Google Shape;44;p70"/>
            <p:cNvSpPr/>
            <p:nvPr/>
          </p:nvSpPr>
          <p:spPr>
            <a:xfrm>
              <a:off x="7173911" y="0"/>
              <a:ext cx="1960561" cy="3292474"/>
            </a:xfrm>
            <a:custGeom>
              <a:avLst/>
              <a:gdLst/>
              <a:ahLst/>
              <a:cxnLst/>
              <a:rect l="l" t="t" r="r" b="b"/>
              <a:pathLst>
                <a:path w="120000" h="120000" extrusionOk="0">
                  <a:moveTo>
                    <a:pt x="0" y="0"/>
                  </a:moveTo>
                  <a:lnTo>
                    <a:pt x="120000" y="120000"/>
                  </a:lnTo>
                  <a:lnTo>
                    <a:pt x="120000" y="117917"/>
                  </a:lnTo>
                  <a:lnTo>
                    <a:pt x="4090" y="0"/>
                  </a:lnTo>
                  <a:lnTo>
                    <a:pt x="0" y="0"/>
                  </a:lnTo>
                  <a:lnTo>
                    <a:pt x="0" y="0"/>
                  </a:lnTo>
                  <a:close/>
                </a:path>
              </a:pathLst>
            </a:custGeom>
            <a:gradFill>
              <a:gsLst>
                <a:gs pos="0">
                  <a:srgbClr val="000058"/>
                </a:gs>
                <a:gs pos="100000">
                  <a:schemeClr val="lt1"/>
                </a:gs>
              </a:gsLst>
              <a:lin ang="27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45" name="Google Shape;45;p70"/>
            <p:cNvSpPr/>
            <p:nvPr/>
          </p:nvSpPr>
          <p:spPr>
            <a:xfrm>
              <a:off x="7451725" y="0"/>
              <a:ext cx="1682749" cy="3073399"/>
            </a:xfrm>
            <a:custGeom>
              <a:avLst/>
              <a:gdLst/>
              <a:ahLst/>
              <a:cxnLst/>
              <a:rect l="l" t="t" r="r" b="b"/>
              <a:pathLst>
                <a:path w="120000" h="120000" extrusionOk="0">
                  <a:moveTo>
                    <a:pt x="0" y="0"/>
                  </a:moveTo>
                  <a:lnTo>
                    <a:pt x="120000" y="120000"/>
                  </a:lnTo>
                  <a:lnTo>
                    <a:pt x="120000" y="119628"/>
                  </a:lnTo>
                  <a:lnTo>
                    <a:pt x="6124" y="0"/>
                  </a:lnTo>
                  <a:lnTo>
                    <a:pt x="0" y="0"/>
                  </a:lnTo>
                  <a:lnTo>
                    <a:pt x="0" y="0"/>
                  </a:lnTo>
                  <a:close/>
                </a:path>
              </a:pathLst>
            </a:custGeom>
            <a:gradFill>
              <a:gsLst>
                <a:gs pos="0">
                  <a:srgbClr val="00006F"/>
                </a:gs>
                <a:gs pos="100000">
                  <a:schemeClr val="lt1"/>
                </a:gs>
              </a:gsLst>
              <a:lin ang="27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46" name="Google Shape;46;p70"/>
            <p:cNvSpPr/>
            <p:nvPr/>
          </p:nvSpPr>
          <p:spPr>
            <a:xfrm>
              <a:off x="7907336" y="0"/>
              <a:ext cx="1227136" cy="2360611"/>
            </a:xfrm>
            <a:custGeom>
              <a:avLst/>
              <a:gdLst/>
              <a:ahLst/>
              <a:cxnLst/>
              <a:rect l="l" t="t" r="r" b="b"/>
              <a:pathLst>
                <a:path w="120000" h="120000" extrusionOk="0">
                  <a:moveTo>
                    <a:pt x="119999" y="115642"/>
                  </a:moveTo>
                  <a:lnTo>
                    <a:pt x="6536" y="0"/>
                  </a:lnTo>
                  <a:lnTo>
                    <a:pt x="0" y="0"/>
                  </a:lnTo>
                  <a:lnTo>
                    <a:pt x="119999" y="120000"/>
                  </a:lnTo>
                  <a:lnTo>
                    <a:pt x="119999" y="115642"/>
                  </a:lnTo>
                  <a:lnTo>
                    <a:pt x="119999" y="115642"/>
                  </a:lnTo>
                  <a:close/>
                </a:path>
              </a:pathLst>
            </a:custGeom>
            <a:gradFill>
              <a:gsLst>
                <a:gs pos="0">
                  <a:srgbClr val="000079"/>
                </a:gs>
                <a:gs pos="100000">
                  <a:schemeClr val="lt1"/>
                </a:gs>
              </a:gsLst>
              <a:lin ang="27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grpSp>
          <p:nvGrpSpPr>
            <p:cNvPr id="47" name="Google Shape;47;p70"/>
            <p:cNvGrpSpPr/>
            <p:nvPr/>
          </p:nvGrpSpPr>
          <p:grpSpPr>
            <a:xfrm>
              <a:off x="0" y="2590800"/>
              <a:ext cx="9140824" cy="2949574"/>
              <a:chOff x="0" y="2590800"/>
              <a:chExt cx="9140824" cy="2949574"/>
            </a:xfrm>
          </p:grpSpPr>
          <p:sp>
            <p:nvSpPr>
              <p:cNvPr id="48" name="Google Shape;48;p70"/>
              <p:cNvSpPr/>
              <p:nvPr/>
            </p:nvSpPr>
            <p:spPr>
              <a:xfrm>
                <a:off x="0" y="2590800"/>
                <a:ext cx="5826124" cy="2084387"/>
              </a:xfrm>
              <a:custGeom>
                <a:avLst/>
                <a:gdLst/>
                <a:ahLst/>
                <a:cxnLst/>
                <a:rect l="l" t="t" r="r" b="b"/>
                <a:pathLst>
                  <a:path w="120000" h="120000" extrusionOk="0">
                    <a:moveTo>
                      <a:pt x="0" y="0"/>
                    </a:moveTo>
                    <a:lnTo>
                      <a:pt x="0" y="33450"/>
                    </a:lnTo>
                    <a:lnTo>
                      <a:pt x="119212" y="120000"/>
                    </a:lnTo>
                    <a:lnTo>
                      <a:pt x="119606" y="112871"/>
                    </a:lnTo>
                    <a:lnTo>
                      <a:pt x="120000" y="106290"/>
                    </a:lnTo>
                    <a:lnTo>
                      <a:pt x="0" y="0"/>
                    </a:lnTo>
                    <a:lnTo>
                      <a:pt x="0" y="0"/>
                    </a:lnTo>
                    <a:close/>
                  </a:path>
                </a:pathLst>
              </a:custGeom>
              <a:gradFill>
                <a:gsLst>
                  <a:gs pos="0">
                    <a:srgbClr val="00006F"/>
                  </a:gs>
                  <a:gs pos="100000">
                    <a:schemeClr val="lt1"/>
                  </a:gs>
                </a:gsLst>
                <a:lin ang="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49" name="Google Shape;49;p70"/>
              <p:cNvSpPr/>
              <p:nvPr/>
            </p:nvSpPr>
            <p:spPr>
              <a:xfrm>
                <a:off x="5788025" y="4437062"/>
                <a:ext cx="3352799" cy="1103312"/>
              </a:xfrm>
              <a:custGeom>
                <a:avLst/>
                <a:gdLst/>
                <a:ahLst/>
                <a:cxnLst/>
                <a:rect l="l" t="t" r="r" b="b"/>
                <a:pathLst>
                  <a:path w="120000" h="120000" extrusionOk="0">
                    <a:moveTo>
                      <a:pt x="120000" y="114820"/>
                    </a:moveTo>
                    <a:lnTo>
                      <a:pt x="1368" y="0"/>
                    </a:lnTo>
                    <a:lnTo>
                      <a:pt x="684" y="12431"/>
                    </a:lnTo>
                    <a:lnTo>
                      <a:pt x="0" y="25899"/>
                    </a:lnTo>
                    <a:lnTo>
                      <a:pt x="120000" y="120000"/>
                    </a:lnTo>
                    <a:lnTo>
                      <a:pt x="120000" y="114820"/>
                    </a:lnTo>
                    <a:lnTo>
                      <a:pt x="120000" y="114820"/>
                    </a:lnTo>
                    <a:close/>
                  </a:path>
                </a:pathLst>
              </a:custGeom>
              <a:gradFill>
                <a:gsLst>
                  <a:gs pos="0">
                    <a:schemeClr val="lt1"/>
                  </a:gs>
                  <a:gs pos="100000">
                    <a:srgbClr val="1717A2"/>
                  </a:gs>
                </a:gsLst>
                <a:lin ang="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grpSp>
      </p:grpSp>
      <p:sp>
        <p:nvSpPr>
          <p:cNvPr id="50" name="Google Shape;50;p70"/>
          <p:cNvSpPr txBox="1">
            <a:spLocks noGrp="1"/>
          </p:cNvSpPr>
          <p:nvPr>
            <p:ph type="title"/>
          </p:nvPr>
        </p:nvSpPr>
        <p:spPr>
          <a:xfrm>
            <a:off x="457200" y="277812"/>
            <a:ext cx="8229600" cy="1143000"/>
          </a:xfrm>
          <a:prstGeom prst="rect">
            <a:avLst/>
          </a:prstGeom>
          <a:noFill/>
          <a:ln>
            <a:noFill/>
          </a:ln>
        </p:spPr>
        <p:txBody>
          <a:bodyPr spcFirstLastPara="1" wrap="square" lIns="91425" tIns="91425" rIns="91425" bIns="91425" anchor="ctr" anchorCtr="0">
            <a:no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51" name="Google Shape;51;p70"/>
          <p:cNvSpPr txBox="1">
            <a:spLocks noGrp="1"/>
          </p:cNvSpPr>
          <p:nvPr>
            <p:ph type="body" idx="1"/>
          </p:nvPr>
        </p:nvSpPr>
        <p:spPr>
          <a:xfrm>
            <a:off x="457200" y="1600200"/>
            <a:ext cx="8229600" cy="4530725"/>
          </a:xfrm>
          <a:prstGeom prst="rect">
            <a:avLst/>
          </a:prstGeom>
          <a:noFill/>
          <a:ln>
            <a:noFill/>
          </a:ln>
        </p:spPr>
        <p:txBody>
          <a:bodyPr spcFirstLastPara="1" wrap="square" lIns="91425" tIns="91425" rIns="91425" bIns="91425"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52" name="Google Shape;52;p70"/>
          <p:cNvSpPr txBox="1">
            <a:spLocks noGrp="1"/>
          </p:cNvSpPr>
          <p:nvPr>
            <p:ph type="dt" idx="10"/>
          </p:nvPr>
        </p:nvSpPr>
        <p:spPr>
          <a:xfrm>
            <a:off x="457200" y="6243637"/>
            <a:ext cx="2133600" cy="457200"/>
          </a:xfrm>
          <a:prstGeom prst="rect">
            <a:avLst/>
          </a:prstGeom>
          <a:noFill/>
          <a:ln>
            <a:noFill/>
          </a:ln>
        </p:spPr>
        <p:txBody>
          <a:bodyPr spcFirstLastPara="1" wrap="square" lIns="91425" tIns="91425" rIns="91425" bIns="91425" anchor="b" anchorCtr="0">
            <a:noAutofit/>
          </a:bodyPr>
          <a:lstStyle>
            <a:lvl1pPr marR="0" lvl="0" algn="l" rtl="0">
              <a:lnSpc>
                <a:spcPct val="100000"/>
              </a:lnSpc>
              <a:spcBef>
                <a:spcPts val="0"/>
              </a:spcBef>
              <a:spcAft>
                <a:spcPts val="0"/>
              </a:spcAft>
              <a:buSzPts val="1400"/>
              <a:buNone/>
              <a:defRPr sz="1400" b="0" i="0" u="none">
                <a:solidFill>
                  <a:srgbClr val="000000"/>
                </a:solidFill>
                <a:latin typeface="Arial"/>
                <a:ea typeface="Arial"/>
                <a:cs typeface="Arial"/>
                <a:sym typeface="Arial"/>
              </a:defRPr>
            </a:lvl1pPr>
            <a:lvl2pPr marR="0" lvl="1"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
        <p:nvSpPr>
          <p:cNvPr id="53" name="Google Shape;53;p70"/>
          <p:cNvSpPr txBox="1">
            <a:spLocks noGrp="1"/>
          </p:cNvSpPr>
          <p:nvPr>
            <p:ph type="ftr" idx="11"/>
          </p:nvPr>
        </p:nvSpPr>
        <p:spPr>
          <a:xfrm>
            <a:off x="3124200" y="6248400"/>
            <a:ext cx="2895600" cy="457200"/>
          </a:xfrm>
          <a:prstGeom prst="rect">
            <a:avLst/>
          </a:prstGeom>
          <a:noFill/>
          <a:ln>
            <a:noFill/>
          </a:ln>
        </p:spPr>
        <p:txBody>
          <a:bodyPr spcFirstLastPara="1" wrap="square" lIns="91425" tIns="91425" rIns="91425" bIns="91425" anchor="b" anchorCtr="0">
            <a:noAutofit/>
          </a:bodyPr>
          <a:lstStyle>
            <a:lvl1pPr marR="0" lvl="0" algn="l" rtl="0">
              <a:lnSpc>
                <a:spcPct val="100000"/>
              </a:lnSpc>
              <a:spcBef>
                <a:spcPts val="0"/>
              </a:spcBef>
              <a:spcAft>
                <a:spcPts val="0"/>
              </a:spcAft>
              <a:buSzPts val="1400"/>
              <a:buNone/>
              <a:defRPr sz="1400" b="0" i="0" u="none">
                <a:solidFill>
                  <a:srgbClr val="000000"/>
                </a:solidFill>
                <a:latin typeface="Arial"/>
                <a:ea typeface="Arial"/>
                <a:cs typeface="Arial"/>
                <a:sym typeface="Arial"/>
              </a:defRPr>
            </a:lvl1pPr>
            <a:lvl2pPr marR="0" lvl="1"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
        <p:nvSpPr>
          <p:cNvPr id="54" name="Google Shape;54;p70"/>
          <p:cNvSpPr txBox="1">
            <a:spLocks noGrp="1"/>
          </p:cNvSpPr>
          <p:nvPr>
            <p:ph type="sldNum" idx="12"/>
          </p:nvPr>
        </p:nvSpPr>
        <p:spPr>
          <a:xfrm>
            <a:off x="6553200" y="6243637"/>
            <a:ext cx="2133600" cy="457200"/>
          </a:xfrm>
          <a:prstGeom prst="rect">
            <a:avLst/>
          </a:prstGeom>
          <a:noFill/>
          <a:ln>
            <a:noFill/>
          </a:ln>
        </p:spPr>
        <p:txBody>
          <a:bodyPr spcFirstLastPara="1" wrap="square" lIns="91425" tIns="45700" rIns="91425" bIns="45700" anchor="b" anchorCtr="0">
            <a:noAutofit/>
          </a:bodyPr>
          <a:lstStyle>
            <a:lvl1pPr marL="0" marR="0" lvl="0" indent="0" algn="r" rtl="0">
              <a:lnSpc>
                <a:spcPct val="100000"/>
              </a:lnSpc>
              <a:spcBef>
                <a:spcPts val="0"/>
              </a:spcBef>
              <a:spcAft>
                <a:spcPts val="0"/>
              </a:spcAft>
              <a:buClr>
                <a:srgbClr val="FFFFFF"/>
              </a:buClr>
              <a:buSzPts val="1200"/>
              <a:buFont typeface="Arial"/>
              <a:buNone/>
              <a:defRPr sz="1200" b="0" i="0" u="none">
                <a:solidFill>
                  <a:srgbClr val="FFFFFF"/>
                </a:solidFill>
                <a:latin typeface="Arial"/>
                <a:ea typeface="Arial"/>
                <a:cs typeface="Arial"/>
                <a:sym typeface="Arial"/>
              </a:defRPr>
            </a:lvl1pPr>
            <a:lvl2pPr marL="0" marR="0" lvl="1" indent="0" algn="r" rtl="0">
              <a:lnSpc>
                <a:spcPct val="100000"/>
              </a:lnSpc>
              <a:spcBef>
                <a:spcPts val="0"/>
              </a:spcBef>
              <a:spcAft>
                <a:spcPts val="0"/>
              </a:spcAft>
              <a:buClr>
                <a:srgbClr val="FFFFFF"/>
              </a:buClr>
              <a:buSzPts val="1200"/>
              <a:buFont typeface="Arial"/>
              <a:buNone/>
              <a:defRPr sz="1200" b="0" i="0" u="none">
                <a:solidFill>
                  <a:srgbClr val="FFFFFF"/>
                </a:solidFill>
                <a:latin typeface="Arial"/>
                <a:ea typeface="Arial"/>
                <a:cs typeface="Arial"/>
                <a:sym typeface="Arial"/>
              </a:defRPr>
            </a:lvl2pPr>
            <a:lvl3pPr marL="0" marR="0" lvl="2" indent="0" algn="r" rtl="0">
              <a:lnSpc>
                <a:spcPct val="100000"/>
              </a:lnSpc>
              <a:spcBef>
                <a:spcPts val="0"/>
              </a:spcBef>
              <a:spcAft>
                <a:spcPts val="0"/>
              </a:spcAft>
              <a:buClr>
                <a:srgbClr val="FFFFFF"/>
              </a:buClr>
              <a:buSzPts val="1200"/>
              <a:buFont typeface="Arial"/>
              <a:buNone/>
              <a:defRPr sz="1200" b="0" i="0" u="none">
                <a:solidFill>
                  <a:srgbClr val="FFFFFF"/>
                </a:solidFill>
                <a:latin typeface="Arial"/>
                <a:ea typeface="Arial"/>
                <a:cs typeface="Arial"/>
                <a:sym typeface="Arial"/>
              </a:defRPr>
            </a:lvl3pPr>
            <a:lvl4pPr marL="0" marR="0" lvl="3" indent="0" algn="r" rtl="0">
              <a:lnSpc>
                <a:spcPct val="100000"/>
              </a:lnSpc>
              <a:spcBef>
                <a:spcPts val="0"/>
              </a:spcBef>
              <a:spcAft>
                <a:spcPts val="0"/>
              </a:spcAft>
              <a:buClr>
                <a:srgbClr val="FFFFFF"/>
              </a:buClr>
              <a:buSzPts val="1200"/>
              <a:buFont typeface="Arial"/>
              <a:buNone/>
              <a:defRPr sz="1200" b="0" i="0" u="none">
                <a:solidFill>
                  <a:srgbClr val="FFFFFF"/>
                </a:solidFill>
                <a:latin typeface="Arial"/>
                <a:ea typeface="Arial"/>
                <a:cs typeface="Arial"/>
                <a:sym typeface="Arial"/>
              </a:defRPr>
            </a:lvl4pPr>
            <a:lvl5pPr marL="0" marR="0" lvl="4" indent="0" algn="r" rtl="0">
              <a:lnSpc>
                <a:spcPct val="100000"/>
              </a:lnSpc>
              <a:spcBef>
                <a:spcPts val="0"/>
              </a:spcBef>
              <a:spcAft>
                <a:spcPts val="0"/>
              </a:spcAft>
              <a:buClr>
                <a:srgbClr val="FFFFFF"/>
              </a:buClr>
              <a:buSzPts val="1200"/>
              <a:buFont typeface="Arial"/>
              <a:buNone/>
              <a:defRPr sz="1200" b="0" i="0" u="none">
                <a:solidFill>
                  <a:srgbClr val="FFFFFF"/>
                </a:solidFill>
                <a:latin typeface="Arial"/>
                <a:ea typeface="Arial"/>
                <a:cs typeface="Arial"/>
                <a:sym typeface="Arial"/>
              </a:defRPr>
            </a:lvl5pPr>
            <a:lvl6pPr marL="0" marR="0" lvl="5" indent="0" algn="r" rtl="0">
              <a:lnSpc>
                <a:spcPct val="100000"/>
              </a:lnSpc>
              <a:spcBef>
                <a:spcPts val="0"/>
              </a:spcBef>
              <a:spcAft>
                <a:spcPts val="0"/>
              </a:spcAft>
              <a:buClr>
                <a:srgbClr val="FFFFFF"/>
              </a:buClr>
              <a:buSzPts val="1200"/>
              <a:buFont typeface="Arial"/>
              <a:buNone/>
              <a:defRPr sz="1200" b="0" i="0" u="none">
                <a:solidFill>
                  <a:srgbClr val="FFFFFF"/>
                </a:solidFill>
                <a:latin typeface="Arial"/>
                <a:ea typeface="Arial"/>
                <a:cs typeface="Arial"/>
                <a:sym typeface="Arial"/>
              </a:defRPr>
            </a:lvl6pPr>
            <a:lvl7pPr marL="0" marR="0" lvl="6" indent="0" algn="r" rtl="0">
              <a:lnSpc>
                <a:spcPct val="100000"/>
              </a:lnSpc>
              <a:spcBef>
                <a:spcPts val="0"/>
              </a:spcBef>
              <a:spcAft>
                <a:spcPts val="0"/>
              </a:spcAft>
              <a:buClr>
                <a:srgbClr val="FFFFFF"/>
              </a:buClr>
              <a:buSzPts val="1200"/>
              <a:buFont typeface="Arial"/>
              <a:buNone/>
              <a:defRPr sz="1200" b="0" i="0" u="none">
                <a:solidFill>
                  <a:srgbClr val="FFFFFF"/>
                </a:solidFill>
                <a:latin typeface="Arial"/>
                <a:ea typeface="Arial"/>
                <a:cs typeface="Arial"/>
                <a:sym typeface="Arial"/>
              </a:defRPr>
            </a:lvl7pPr>
            <a:lvl8pPr marL="0" marR="0" lvl="7" indent="0" algn="r" rtl="0">
              <a:lnSpc>
                <a:spcPct val="100000"/>
              </a:lnSpc>
              <a:spcBef>
                <a:spcPts val="0"/>
              </a:spcBef>
              <a:spcAft>
                <a:spcPts val="0"/>
              </a:spcAft>
              <a:buClr>
                <a:srgbClr val="FFFFFF"/>
              </a:buClr>
              <a:buSzPts val="1200"/>
              <a:buFont typeface="Arial"/>
              <a:buNone/>
              <a:defRPr sz="1200" b="0" i="0" u="none">
                <a:solidFill>
                  <a:srgbClr val="FFFFFF"/>
                </a:solidFill>
                <a:latin typeface="Arial"/>
                <a:ea typeface="Arial"/>
                <a:cs typeface="Arial"/>
                <a:sym typeface="Arial"/>
              </a:defRPr>
            </a:lvl8pPr>
            <a:lvl9pPr marL="0" marR="0" lvl="8" indent="0" algn="r" rtl="0">
              <a:lnSpc>
                <a:spcPct val="100000"/>
              </a:lnSpc>
              <a:spcBef>
                <a:spcPts val="0"/>
              </a:spcBef>
              <a:spcAft>
                <a:spcPts val="0"/>
              </a:spcAft>
              <a:buClr>
                <a:srgbClr val="FFFFFF"/>
              </a:buClr>
              <a:buSzPts val="1200"/>
              <a:buFont typeface="Arial"/>
              <a:buNone/>
              <a:defRPr sz="1200" b="0" i="0" u="none">
                <a:solidFill>
                  <a:srgbClr val="FFFFF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‹N°›</a:t>
            </a:fld>
            <a:endParaRPr sz="1400">
              <a:solidFill>
                <a:srgbClr val="000000"/>
              </a:solidFill>
            </a:endParaRPr>
          </a:p>
        </p:txBody>
      </p:sp>
    </p:spTree>
  </p:cSld>
  <p:clrMap bg1="lt1" tx1="dk1" bg2="dk2" tx2="lt2" accent1="accent1" accent2="accent2" accent3="accent3" accent4="accent4" accent5="accent5" accent6="accent6" hlink="hlink" folHlink="folHlink"/>
  <p:sldLayoutIdLst>
    <p:sldLayoutId id="214748364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tx2">
            <a:lumMod val="50000"/>
          </a:schemeClr>
        </a:solidFill>
        <a:effectLst/>
      </p:bgPr>
    </p:bg>
    <p:spTree>
      <p:nvGrpSpPr>
        <p:cNvPr id="1" name="Shape 61"/>
        <p:cNvGrpSpPr/>
        <p:nvPr/>
      </p:nvGrpSpPr>
      <p:grpSpPr>
        <a:xfrm>
          <a:off x="0" y="0"/>
          <a:ext cx="0" cy="0"/>
          <a:chOff x="0" y="0"/>
          <a:chExt cx="0" cy="0"/>
        </a:xfrm>
      </p:grpSpPr>
      <p:grpSp>
        <p:nvGrpSpPr>
          <p:cNvPr id="62" name="Google Shape;62;p72"/>
          <p:cNvGrpSpPr/>
          <p:nvPr/>
        </p:nvGrpSpPr>
        <p:grpSpPr>
          <a:xfrm>
            <a:off x="0" y="0"/>
            <a:ext cx="9144000" cy="6856412"/>
            <a:chOff x="0" y="0"/>
            <a:chExt cx="9143999" cy="6856412"/>
          </a:xfrm>
        </p:grpSpPr>
        <p:sp>
          <p:nvSpPr>
            <p:cNvPr id="63" name="Google Shape;63;p72"/>
            <p:cNvSpPr/>
            <p:nvPr/>
          </p:nvSpPr>
          <p:spPr>
            <a:xfrm>
              <a:off x="0" y="19050"/>
              <a:ext cx="9140825" cy="5195886"/>
            </a:xfrm>
            <a:custGeom>
              <a:avLst/>
              <a:gdLst/>
              <a:ahLst/>
              <a:cxnLst/>
              <a:rect l="l" t="t" r="r" b="b"/>
              <a:pathLst>
                <a:path w="120000" h="120000" extrusionOk="0">
                  <a:moveTo>
                    <a:pt x="66752" y="66581"/>
                  </a:moveTo>
                  <a:lnTo>
                    <a:pt x="0" y="0"/>
                  </a:lnTo>
                  <a:lnTo>
                    <a:pt x="0" y="19138"/>
                  </a:lnTo>
                  <a:lnTo>
                    <a:pt x="63491" y="72520"/>
                  </a:lnTo>
                  <a:lnTo>
                    <a:pt x="120000" y="120000"/>
                  </a:lnTo>
                  <a:lnTo>
                    <a:pt x="120000" y="119780"/>
                  </a:lnTo>
                  <a:lnTo>
                    <a:pt x="66752" y="66581"/>
                  </a:lnTo>
                  <a:lnTo>
                    <a:pt x="66752" y="66581"/>
                  </a:lnTo>
                  <a:close/>
                </a:path>
              </a:pathLst>
            </a:custGeom>
            <a:gradFill>
              <a:gsLst>
                <a:gs pos="0">
                  <a:srgbClr val="000051"/>
                </a:gs>
                <a:gs pos="100000">
                  <a:schemeClr val="lt2"/>
                </a:gs>
              </a:gsLst>
              <a:lin ang="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64" name="Google Shape;64;p72"/>
            <p:cNvSpPr/>
            <p:nvPr/>
          </p:nvSpPr>
          <p:spPr>
            <a:xfrm>
              <a:off x="236537" y="0"/>
              <a:ext cx="8904287" cy="5148262"/>
            </a:xfrm>
            <a:custGeom>
              <a:avLst/>
              <a:gdLst/>
              <a:ahLst/>
              <a:cxnLst/>
              <a:rect l="l" t="t" r="r" b="b"/>
              <a:pathLst>
                <a:path w="120000" h="120000" extrusionOk="0">
                  <a:moveTo>
                    <a:pt x="67887" y="63422"/>
                  </a:moveTo>
                  <a:lnTo>
                    <a:pt x="9250" y="0"/>
                  </a:lnTo>
                  <a:lnTo>
                    <a:pt x="0" y="0"/>
                  </a:lnTo>
                  <a:lnTo>
                    <a:pt x="66235" y="66086"/>
                  </a:lnTo>
                  <a:lnTo>
                    <a:pt x="119999" y="120000"/>
                  </a:lnTo>
                  <a:lnTo>
                    <a:pt x="119999" y="119777"/>
                  </a:lnTo>
                  <a:lnTo>
                    <a:pt x="67887" y="63422"/>
                  </a:lnTo>
                  <a:lnTo>
                    <a:pt x="67887" y="63422"/>
                  </a:lnTo>
                  <a:close/>
                </a:path>
              </a:pathLst>
            </a:custGeom>
            <a:gradFill>
              <a:gsLst>
                <a:gs pos="0">
                  <a:srgbClr val="00005D"/>
                </a:gs>
                <a:gs pos="100000">
                  <a:schemeClr val="lt1"/>
                </a:gs>
              </a:gsLst>
              <a:lin ang="27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65" name="Google Shape;65;p72"/>
            <p:cNvSpPr/>
            <p:nvPr/>
          </p:nvSpPr>
          <p:spPr>
            <a:xfrm>
              <a:off x="0" y="5449887"/>
              <a:ext cx="6410325" cy="303211"/>
            </a:xfrm>
            <a:custGeom>
              <a:avLst/>
              <a:gdLst/>
              <a:ahLst/>
              <a:cxnLst/>
              <a:rect l="l" t="t" r="r" b="b"/>
              <a:pathLst>
                <a:path w="120000" h="120000" extrusionOk="0">
                  <a:moveTo>
                    <a:pt x="0" y="97500"/>
                  </a:moveTo>
                  <a:lnTo>
                    <a:pt x="120000" y="120000"/>
                  </a:lnTo>
                  <a:lnTo>
                    <a:pt x="120000" y="90000"/>
                  </a:lnTo>
                  <a:lnTo>
                    <a:pt x="0" y="0"/>
                  </a:lnTo>
                  <a:lnTo>
                    <a:pt x="0" y="97500"/>
                  </a:lnTo>
                  <a:lnTo>
                    <a:pt x="0" y="97500"/>
                  </a:lnTo>
                  <a:close/>
                </a:path>
              </a:pathLst>
            </a:custGeom>
            <a:gradFill>
              <a:gsLst>
                <a:gs pos="0">
                  <a:srgbClr val="000061"/>
                </a:gs>
                <a:gs pos="100000">
                  <a:schemeClr val="lt2"/>
                </a:gs>
              </a:gsLst>
              <a:lin ang="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66" name="Google Shape;66;p72"/>
            <p:cNvSpPr/>
            <p:nvPr/>
          </p:nvSpPr>
          <p:spPr>
            <a:xfrm>
              <a:off x="6410325" y="5678487"/>
              <a:ext cx="2730500" cy="103186"/>
            </a:xfrm>
            <a:custGeom>
              <a:avLst/>
              <a:gdLst/>
              <a:ahLst/>
              <a:cxnLst/>
              <a:rect l="l" t="t" r="r" b="b"/>
              <a:pathLst>
                <a:path w="120000" h="120000" extrusionOk="0">
                  <a:moveTo>
                    <a:pt x="120000" y="120000"/>
                  </a:moveTo>
                  <a:lnTo>
                    <a:pt x="120000" y="109090"/>
                  </a:lnTo>
                  <a:lnTo>
                    <a:pt x="0" y="0"/>
                  </a:lnTo>
                  <a:lnTo>
                    <a:pt x="0" y="87272"/>
                  </a:lnTo>
                  <a:lnTo>
                    <a:pt x="120000" y="120000"/>
                  </a:lnTo>
                  <a:lnTo>
                    <a:pt x="120000" y="120000"/>
                  </a:lnTo>
                  <a:close/>
                </a:path>
              </a:pathLst>
            </a:custGeom>
            <a:gradFill>
              <a:gsLst>
                <a:gs pos="0">
                  <a:schemeClr val="lt2"/>
                </a:gs>
                <a:gs pos="100000">
                  <a:schemeClr val="lt1"/>
                </a:gs>
              </a:gsLst>
              <a:lin ang="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67" name="Google Shape;67;p72"/>
            <p:cNvSpPr/>
            <p:nvPr/>
          </p:nvSpPr>
          <p:spPr>
            <a:xfrm>
              <a:off x="0" y="5915025"/>
              <a:ext cx="7594599" cy="522286"/>
            </a:xfrm>
            <a:custGeom>
              <a:avLst/>
              <a:gdLst/>
              <a:ahLst/>
              <a:cxnLst/>
              <a:rect l="l" t="t" r="r" b="b"/>
              <a:pathLst>
                <a:path w="120000" h="120000" extrusionOk="0">
                  <a:moveTo>
                    <a:pt x="0" y="120000"/>
                  </a:moveTo>
                  <a:lnTo>
                    <a:pt x="120000" y="28085"/>
                  </a:lnTo>
                  <a:lnTo>
                    <a:pt x="120000" y="0"/>
                  </a:lnTo>
                  <a:lnTo>
                    <a:pt x="0" y="39027"/>
                  </a:lnTo>
                  <a:lnTo>
                    <a:pt x="0" y="120000"/>
                  </a:lnTo>
                  <a:lnTo>
                    <a:pt x="0" y="120000"/>
                  </a:lnTo>
                  <a:close/>
                </a:path>
              </a:pathLst>
            </a:custGeom>
            <a:gradFill>
              <a:gsLst>
                <a:gs pos="0">
                  <a:srgbClr val="00007D"/>
                </a:gs>
                <a:gs pos="100000">
                  <a:schemeClr val="lt1"/>
                </a:gs>
              </a:gsLst>
              <a:lin ang="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68" name="Google Shape;68;p72"/>
            <p:cNvSpPr/>
            <p:nvPr/>
          </p:nvSpPr>
          <p:spPr>
            <a:xfrm>
              <a:off x="7594600" y="5876925"/>
              <a:ext cx="1546225" cy="160337"/>
            </a:xfrm>
            <a:custGeom>
              <a:avLst/>
              <a:gdLst/>
              <a:ahLst/>
              <a:cxnLst/>
              <a:rect l="l" t="t" r="r" b="b"/>
              <a:pathLst>
                <a:path w="120000" h="120000" extrusionOk="0">
                  <a:moveTo>
                    <a:pt x="120000" y="57029"/>
                  </a:moveTo>
                  <a:lnTo>
                    <a:pt x="120000" y="0"/>
                  </a:lnTo>
                  <a:lnTo>
                    <a:pt x="0" y="28514"/>
                  </a:lnTo>
                  <a:lnTo>
                    <a:pt x="0" y="120000"/>
                  </a:lnTo>
                  <a:lnTo>
                    <a:pt x="120000" y="57029"/>
                  </a:lnTo>
                  <a:lnTo>
                    <a:pt x="120000" y="57029"/>
                  </a:lnTo>
                  <a:close/>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69" name="Google Shape;69;p72"/>
            <p:cNvSpPr/>
            <p:nvPr/>
          </p:nvSpPr>
          <p:spPr>
            <a:xfrm>
              <a:off x="5745162" y="6056312"/>
              <a:ext cx="3395661" cy="314324"/>
            </a:xfrm>
            <a:custGeom>
              <a:avLst/>
              <a:gdLst/>
              <a:ahLst/>
              <a:cxnLst/>
              <a:rect l="l" t="t" r="r" b="b"/>
              <a:pathLst>
                <a:path w="120000" h="120000" extrusionOk="0">
                  <a:moveTo>
                    <a:pt x="120000" y="0"/>
                  </a:moveTo>
                  <a:lnTo>
                    <a:pt x="0" y="94545"/>
                  </a:lnTo>
                  <a:lnTo>
                    <a:pt x="0" y="119999"/>
                  </a:lnTo>
                  <a:lnTo>
                    <a:pt x="120000" y="0"/>
                  </a:lnTo>
                  <a:lnTo>
                    <a:pt x="120000"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70" name="Google Shape;70;p72"/>
            <p:cNvSpPr/>
            <p:nvPr/>
          </p:nvSpPr>
          <p:spPr>
            <a:xfrm>
              <a:off x="0" y="6303962"/>
              <a:ext cx="5745161" cy="552449"/>
            </a:xfrm>
            <a:custGeom>
              <a:avLst/>
              <a:gdLst/>
              <a:ahLst/>
              <a:cxnLst/>
              <a:rect l="l" t="t" r="r" b="b"/>
              <a:pathLst>
                <a:path w="120000" h="120000" extrusionOk="0">
                  <a:moveTo>
                    <a:pt x="0" y="120000"/>
                  </a:moveTo>
                  <a:lnTo>
                    <a:pt x="10300" y="120000"/>
                  </a:lnTo>
                  <a:lnTo>
                    <a:pt x="120000" y="14482"/>
                  </a:lnTo>
                  <a:lnTo>
                    <a:pt x="120000" y="0"/>
                  </a:lnTo>
                  <a:lnTo>
                    <a:pt x="0" y="91034"/>
                  </a:lnTo>
                  <a:lnTo>
                    <a:pt x="0" y="120000"/>
                  </a:lnTo>
                  <a:lnTo>
                    <a:pt x="0" y="120000"/>
                  </a:lnTo>
                  <a:close/>
                </a:path>
              </a:pathLst>
            </a:custGeom>
            <a:gradFill>
              <a:gsLst>
                <a:gs pos="0">
                  <a:srgbClr val="00006F"/>
                </a:gs>
                <a:gs pos="100000">
                  <a:schemeClr val="lt1"/>
                </a:gs>
              </a:gsLst>
              <a:lin ang="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71" name="Google Shape;71;p72"/>
            <p:cNvSpPr/>
            <p:nvPr/>
          </p:nvSpPr>
          <p:spPr>
            <a:xfrm>
              <a:off x="3328987" y="6418262"/>
              <a:ext cx="3990975" cy="438150"/>
            </a:xfrm>
            <a:custGeom>
              <a:avLst/>
              <a:gdLst/>
              <a:ahLst/>
              <a:cxnLst/>
              <a:rect l="l" t="t" r="r" b="b"/>
              <a:pathLst>
                <a:path w="120000" h="120000" extrusionOk="0">
                  <a:moveTo>
                    <a:pt x="104028" y="120000"/>
                  </a:moveTo>
                  <a:lnTo>
                    <a:pt x="120000" y="88695"/>
                  </a:lnTo>
                  <a:lnTo>
                    <a:pt x="107747" y="0"/>
                  </a:lnTo>
                  <a:lnTo>
                    <a:pt x="0" y="120000"/>
                  </a:lnTo>
                  <a:lnTo>
                    <a:pt x="104028" y="120000"/>
                  </a:lnTo>
                  <a:lnTo>
                    <a:pt x="104028" y="12000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72" name="Google Shape;72;p72"/>
            <p:cNvSpPr/>
            <p:nvPr/>
          </p:nvSpPr>
          <p:spPr>
            <a:xfrm>
              <a:off x="6911975" y="6142037"/>
              <a:ext cx="2228850" cy="600075"/>
            </a:xfrm>
            <a:custGeom>
              <a:avLst/>
              <a:gdLst/>
              <a:ahLst/>
              <a:cxnLst/>
              <a:rect l="l" t="t" r="r" b="b"/>
              <a:pathLst>
                <a:path w="120000" h="120000" extrusionOk="0">
                  <a:moveTo>
                    <a:pt x="120000" y="40000"/>
                  </a:moveTo>
                  <a:lnTo>
                    <a:pt x="120000" y="0"/>
                  </a:lnTo>
                  <a:lnTo>
                    <a:pt x="0" y="55238"/>
                  </a:lnTo>
                  <a:lnTo>
                    <a:pt x="21950" y="120000"/>
                  </a:lnTo>
                  <a:lnTo>
                    <a:pt x="120000" y="40000"/>
                  </a:lnTo>
                  <a:lnTo>
                    <a:pt x="120000" y="40000"/>
                  </a:lnTo>
                  <a:close/>
                </a:path>
              </a:pathLst>
            </a:custGeom>
            <a:gradFill>
              <a:gsLst>
                <a:gs pos="0">
                  <a:schemeClr val="lt1"/>
                </a:gs>
                <a:gs pos="100000">
                  <a:srgbClr val="08089C"/>
                </a:gs>
              </a:gsLst>
              <a:lin ang="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73" name="Google Shape;73;p72"/>
            <p:cNvSpPr/>
            <p:nvPr/>
          </p:nvSpPr>
          <p:spPr>
            <a:xfrm>
              <a:off x="7985125" y="5002212"/>
              <a:ext cx="1155700" cy="381000"/>
            </a:xfrm>
            <a:custGeom>
              <a:avLst/>
              <a:gdLst/>
              <a:ahLst/>
              <a:cxnLst/>
              <a:rect l="l" t="t" r="r" b="b"/>
              <a:pathLst>
                <a:path w="120000" h="120000" extrusionOk="0">
                  <a:moveTo>
                    <a:pt x="120000" y="120000"/>
                  </a:moveTo>
                  <a:lnTo>
                    <a:pt x="0" y="0"/>
                  </a:lnTo>
                  <a:lnTo>
                    <a:pt x="0" y="3000"/>
                  </a:lnTo>
                  <a:lnTo>
                    <a:pt x="120000" y="120000"/>
                  </a:lnTo>
                  <a:lnTo>
                    <a:pt x="120000" y="12000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74" name="Google Shape;74;p72"/>
            <p:cNvSpPr/>
            <p:nvPr/>
          </p:nvSpPr>
          <p:spPr>
            <a:xfrm>
              <a:off x="0" y="2359025"/>
              <a:ext cx="7985125" cy="2652712"/>
            </a:xfrm>
            <a:custGeom>
              <a:avLst/>
              <a:gdLst/>
              <a:ahLst/>
              <a:cxnLst/>
              <a:rect l="l" t="t" r="r" b="b"/>
              <a:pathLst>
                <a:path w="120000" h="120000" extrusionOk="0">
                  <a:moveTo>
                    <a:pt x="0" y="5167"/>
                  </a:moveTo>
                  <a:lnTo>
                    <a:pt x="120000" y="119999"/>
                  </a:lnTo>
                  <a:lnTo>
                    <a:pt x="120000" y="119569"/>
                  </a:lnTo>
                  <a:lnTo>
                    <a:pt x="0" y="0"/>
                  </a:lnTo>
                  <a:lnTo>
                    <a:pt x="0" y="5167"/>
                  </a:lnTo>
                  <a:lnTo>
                    <a:pt x="0" y="5167"/>
                  </a:lnTo>
                  <a:close/>
                </a:path>
              </a:pathLst>
            </a:custGeom>
            <a:gradFill>
              <a:gsLst>
                <a:gs pos="0">
                  <a:srgbClr val="000053"/>
                </a:gs>
                <a:gs pos="100000">
                  <a:schemeClr val="lt1"/>
                </a:gs>
              </a:gsLst>
              <a:lin ang="27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75" name="Google Shape;75;p72"/>
            <p:cNvSpPr/>
            <p:nvPr/>
          </p:nvSpPr>
          <p:spPr>
            <a:xfrm>
              <a:off x="7985125" y="4840287"/>
              <a:ext cx="1155700" cy="504824"/>
            </a:xfrm>
            <a:custGeom>
              <a:avLst/>
              <a:gdLst/>
              <a:ahLst/>
              <a:cxnLst/>
              <a:rect l="l" t="t" r="r" b="b"/>
              <a:pathLst>
                <a:path w="120000" h="120000" extrusionOk="0">
                  <a:moveTo>
                    <a:pt x="120000" y="120000"/>
                  </a:moveTo>
                  <a:lnTo>
                    <a:pt x="120000" y="117735"/>
                  </a:lnTo>
                  <a:lnTo>
                    <a:pt x="0" y="0"/>
                  </a:lnTo>
                  <a:lnTo>
                    <a:pt x="0" y="20377"/>
                  </a:lnTo>
                  <a:lnTo>
                    <a:pt x="120000" y="120000"/>
                  </a:lnTo>
                  <a:lnTo>
                    <a:pt x="120000" y="120000"/>
                  </a:lnTo>
                  <a:close/>
                </a:path>
              </a:pathLst>
            </a:custGeom>
            <a:gradFill>
              <a:gsLst>
                <a:gs pos="0">
                  <a:schemeClr val="lt2"/>
                </a:gs>
                <a:gs pos="100000">
                  <a:schemeClr val="lt1"/>
                </a:gs>
              </a:gsLst>
              <a:lin ang="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76" name="Google Shape;76;p72"/>
            <p:cNvSpPr/>
            <p:nvPr/>
          </p:nvSpPr>
          <p:spPr>
            <a:xfrm>
              <a:off x="0" y="1454150"/>
              <a:ext cx="7985125" cy="3471862"/>
            </a:xfrm>
            <a:custGeom>
              <a:avLst/>
              <a:gdLst/>
              <a:ahLst/>
              <a:cxnLst/>
              <a:rect l="l" t="t" r="r" b="b"/>
              <a:pathLst>
                <a:path w="120000" h="120000" extrusionOk="0">
                  <a:moveTo>
                    <a:pt x="0" y="21718"/>
                  </a:moveTo>
                  <a:lnTo>
                    <a:pt x="120000" y="120000"/>
                  </a:lnTo>
                  <a:lnTo>
                    <a:pt x="120000" y="117038"/>
                  </a:lnTo>
                  <a:lnTo>
                    <a:pt x="0" y="0"/>
                  </a:lnTo>
                  <a:lnTo>
                    <a:pt x="0" y="21718"/>
                  </a:lnTo>
                  <a:lnTo>
                    <a:pt x="0" y="21718"/>
                  </a:lnTo>
                  <a:close/>
                </a:path>
              </a:pathLst>
            </a:custGeom>
            <a:gradFill>
              <a:gsLst>
                <a:gs pos="0">
                  <a:srgbClr val="000055"/>
                </a:gs>
                <a:gs pos="100000">
                  <a:schemeClr val="lt2"/>
                </a:gs>
              </a:gsLst>
              <a:lin ang="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77" name="Google Shape;77;p72"/>
            <p:cNvSpPr/>
            <p:nvPr/>
          </p:nvSpPr>
          <p:spPr>
            <a:xfrm>
              <a:off x="3641725" y="0"/>
              <a:ext cx="5014911" cy="4325937"/>
            </a:xfrm>
            <a:custGeom>
              <a:avLst/>
              <a:gdLst/>
              <a:ahLst/>
              <a:cxnLst/>
              <a:rect l="l" t="t" r="r" b="b"/>
              <a:pathLst>
                <a:path w="120000" h="120000" extrusionOk="0">
                  <a:moveTo>
                    <a:pt x="0" y="0"/>
                  </a:moveTo>
                  <a:lnTo>
                    <a:pt x="119317" y="119999"/>
                  </a:lnTo>
                  <a:lnTo>
                    <a:pt x="120000" y="118987"/>
                  </a:lnTo>
                  <a:lnTo>
                    <a:pt x="3869" y="0"/>
                  </a:lnTo>
                  <a:lnTo>
                    <a:pt x="0" y="0"/>
                  </a:lnTo>
                  <a:lnTo>
                    <a:pt x="0" y="0"/>
                  </a:lnTo>
                  <a:close/>
                </a:path>
              </a:pathLst>
            </a:custGeom>
            <a:gradFill>
              <a:gsLst>
                <a:gs pos="0">
                  <a:srgbClr val="00006B"/>
                </a:gs>
                <a:gs pos="100000">
                  <a:schemeClr val="lt1"/>
                </a:gs>
              </a:gsLst>
              <a:lin ang="27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78" name="Google Shape;78;p72"/>
            <p:cNvSpPr/>
            <p:nvPr/>
          </p:nvSpPr>
          <p:spPr>
            <a:xfrm>
              <a:off x="8628061" y="4289425"/>
              <a:ext cx="512762" cy="474661"/>
            </a:xfrm>
            <a:custGeom>
              <a:avLst/>
              <a:gdLst/>
              <a:ahLst/>
              <a:cxnLst/>
              <a:rect l="l" t="t" r="r" b="b"/>
              <a:pathLst>
                <a:path w="120000" h="120000" extrusionOk="0">
                  <a:moveTo>
                    <a:pt x="120000" y="120000"/>
                  </a:moveTo>
                  <a:lnTo>
                    <a:pt x="120000" y="105551"/>
                  </a:lnTo>
                  <a:lnTo>
                    <a:pt x="6687" y="0"/>
                  </a:lnTo>
                  <a:lnTo>
                    <a:pt x="0" y="9230"/>
                  </a:lnTo>
                  <a:lnTo>
                    <a:pt x="120000" y="120000"/>
                  </a:lnTo>
                  <a:lnTo>
                    <a:pt x="120000" y="120000"/>
                  </a:lnTo>
                  <a:close/>
                </a:path>
              </a:pathLst>
            </a:custGeom>
            <a:gradFill>
              <a:gsLst>
                <a:gs pos="0">
                  <a:schemeClr val="lt1"/>
                </a:gs>
                <a:gs pos="100000">
                  <a:srgbClr val="0F0F9F"/>
                </a:gs>
              </a:gsLst>
              <a:lin ang="27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79" name="Google Shape;79;p72"/>
            <p:cNvSpPr/>
            <p:nvPr/>
          </p:nvSpPr>
          <p:spPr>
            <a:xfrm>
              <a:off x="8694736" y="4108450"/>
              <a:ext cx="446086" cy="531811"/>
            </a:xfrm>
            <a:custGeom>
              <a:avLst/>
              <a:gdLst/>
              <a:ahLst/>
              <a:cxnLst/>
              <a:rect l="l" t="t" r="r" b="b"/>
              <a:pathLst>
                <a:path w="120000" h="120000" extrusionOk="0">
                  <a:moveTo>
                    <a:pt x="120000" y="120000"/>
                  </a:moveTo>
                  <a:lnTo>
                    <a:pt x="120000" y="61970"/>
                  </a:lnTo>
                  <a:lnTo>
                    <a:pt x="40996" y="0"/>
                  </a:lnTo>
                  <a:lnTo>
                    <a:pt x="0" y="32238"/>
                  </a:lnTo>
                  <a:lnTo>
                    <a:pt x="120000" y="120000"/>
                  </a:lnTo>
                  <a:lnTo>
                    <a:pt x="120000" y="12000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80" name="Google Shape;80;p72"/>
            <p:cNvSpPr/>
            <p:nvPr/>
          </p:nvSpPr>
          <p:spPr>
            <a:xfrm>
              <a:off x="3895725" y="0"/>
              <a:ext cx="4951411" cy="4251324"/>
            </a:xfrm>
            <a:custGeom>
              <a:avLst/>
              <a:gdLst/>
              <a:ahLst/>
              <a:cxnLst/>
              <a:rect l="l" t="t" r="r" b="b"/>
              <a:pathLst>
                <a:path w="120000" h="120000" extrusionOk="0">
                  <a:moveTo>
                    <a:pt x="0" y="0"/>
                  </a:moveTo>
                  <a:lnTo>
                    <a:pt x="116310" y="120000"/>
                  </a:lnTo>
                  <a:lnTo>
                    <a:pt x="120000" y="115970"/>
                  </a:lnTo>
                  <a:lnTo>
                    <a:pt x="14721" y="0"/>
                  </a:lnTo>
                  <a:lnTo>
                    <a:pt x="0" y="0"/>
                  </a:lnTo>
                  <a:lnTo>
                    <a:pt x="0" y="0"/>
                  </a:lnTo>
                  <a:close/>
                </a:path>
              </a:pathLst>
            </a:custGeom>
            <a:gradFill>
              <a:gsLst>
                <a:gs pos="0">
                  <a:srgbClr val="000047"/>
                </a:gs>
                <a:gs pos="100000">
                  <a:schemeClr val="lt1"/>
                </a:gs>
              </a:gsLst>
              <a:lin ang="27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81" name="Google Shape;81;p72"/>
            <p:cNvSpPr/>
            <p:nvPr/>
          </p:nvSpPr>
          <p:spPr>
            <a:xfrm>
              <a:off x="8931275" y="4022725"/>
              <a:ext cx="209549" cy="209549"/>
            </a:xfrm>
            <a:custGeom>
              <a:avLst/>
              <a:gdLst/>
              <a:ahLst/>
              <a:cxnLst/>
              <a:rect l="l" t="t" r="r" b="b"/>
              <a:pathLst>
                <a:path w="120000" h="120000" extrusionOk="0">
                  <a:moveTo>
                    <a:pt x="120000" y="120000"/>
                  </a:moveTo>
                  <a:lnTo>
                    <a:pt x="0" y="0"/>
                  </a:lnTo>
                  <a:lnTo>
                    <a:pt x="0" y="0"/>
                  </a:lnTo>
                  <a:lnTo>
                    <a:pt x="120000" y="120000"/>
                  </a:lnTo>
                  <a:lnTo>
                    <a:pt x="120000" y="120000"/>
                  </a:lnTo>
                  <a:close/>
                </a:path>
              </a:pathLst>
            </a:custGeom>
            <a:solidFill>
              <a:srgbClr val="FF9999"/>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82" name="Google Shape;82;p72"/>
            <p:cNvSpPr/>
            <p:nvPr/>
          </p:nvSpPr>
          <p:spPr>
            <a:xfrm>
              <a:off x="4940300" y="0"/>
              <a:ext cx="3990975" cy="4022724"/>
            </a:xfrm>
            <a:custGeom>
              <a:avLst/>
              <a:gdLst/>
              <a:ahLst/>
              <a:cxnLst/>
              <a:rect l="l" t="t" r="r" b="b"/>
              <a:pathLst>
                <a:path w="120000" h="120000" extrusionOk="0">
                  <a:moveTo>
                    <a:pt x="0" y="0"/>
                  </a:moveTo>
                  <a:lnTo>
                    <a:pt x="120000" y="120000"/>
                  </a:lnTo>
                  <a:lnTo>
                    <a:pt x="120000" y="120000"/>
                  </a:lnTo>
                  <a:lnTo>
                    <a:pt x="3146" y="0"/>
                  </a:lnTo>
                  <a:lnTo>
                    <a:pt x="0" y="0"/>
                  </a:lnTo>
                  <a:lnTo>
                    <a:pt x="0" y="0"/>
                  </a:lnTo>
                  <a:close/>
                </a:path>
              </a:pathLst>
            </a:custGeom>
            <a:gradFill>
              <a:gsLst>
                <a:gs pos="0">
                  <a:srgbClr val="00004F"/>
                </a:gs>
                <a:gs pos="100000">
                  <a:schemeClr val="lt1"/>
                </a:gs>
              </a:gsLst>
              <a:lin ang="27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83" name="Google Shape;83;p72"/>
            <p:cNvSpPr/>
            <p:nvPr/>
          </p:nvSpPr>
          <p:spPr>
            <a:xfrm>
              <a:off x="5537200" y="0"/>
              <a:ext cx="3489325" cy="3937000"/>
            </a:xfrm>
            <a:custGeom>
              <a:avLst/>
              <a:gdLst/>
              <a:ahLst/>
              <a:cxnLst/>
              <a:rect l="l" t="t" r="r" b="b"/>
              <a:pathLst>
                <a:path w="120000" h="120000" extrusionOk="0">
                  <a:moveTo>
                    <a:pt x="0" y="0"/>
                  </a:moveTo>
                  <a:lnTo>
                    <a:pt x="119345" y="120000"/>
                  </a:lnTo>
                  <a:lnTo>
                    <a:pt x="120000" y="119709"/>
                  </a:lnTo>
                  <a:lnTo>
                    <a:pt x="17290" y="0"/>
                  </a:lnTo>
                  <a:lnTo>
                    <a:pt x="0" y="0"/>
                  </a:lnTo>
                  <a:lnTo>
                    <a:pt x="0" y="0"/>
                  </a:lnTo>
                  <a:close/>
                </a:path>
              </a:pathLst>
            </a:custGeom>
            <a:gradFill>
              <a:gsLst>
                <a:gs pos="0">
                  <a:srgbClr val="000065"/>
                </a:gs>
                <a:gs pos="100000">
                  <a:schemeClr val="lt2"/>
                </a:gs>
              </a:gsLst>
              <a:lin ang="54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84" name="Google Shape;84;p72"/>
            <p:cNvSpPr/>
            <p:nvPr/>
          </p:nvSpPr>
          <p:spPr>
            <a:xfrm>
              <a:off x="9007475" y="3927475"/>
              <a:ext cx="133349" cy="152399"/>
            </a:xfrm>
            <a:custGeom>
              <a:avLst/>
              <a:gdLst/>
              <a:ahLst/>
              <a:cxnLst/>
              <a:rect l="l" t="t" r="r" b="b"/>
              <a:pathLst>
                <a:path w="120000" h="120000" extrusionOk="0">
                  <a:moveTo>
                    <a:pt x="120000" y="120000"/>
                  </a:moveTo>
                  <a:lnTo>
                    <a:pt x="120000" y="112500"/>
                  </a:lnTo>
                  <a:lnTo>
                    <a:pt x="17142" y="0"/>
                  </a:lnTo>
                  <a:lnTo>
                    <a:pt x="0" y="7500"/>
                  </a:lnTo>
                  <a:lnTo>
                    <a:pt x="120000" y="120000"/>
                  </a:lnTo>
                  <a:lnTo>
                    <a:pt x="120000" y="120000"/>
                  </a:lnTo>
                  <a:close/>
                </a:path>
              </a:pathLst>
            </a:custGeom>
            <a:gradFill>
              <a:gsLst>
                <a:gs pos="0">
                  <a:schemeClr val="lt1"/>
                </a:gs>
                <a:gs pos="100000">
                  <a:srgbClr val="1717A2"/>
                </a:gs>
              </a:gsLst>
              <a:lin ang="27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85" name="Google Shape;85;p72"/>
            <p:cNvSpPr/>
            <p:nvPr/>
          </p:nvSpPr>
          <p:spPr>
            <a:xfrm>
              <a:off x="8894761" y="1349375"/>
              <a:ext cx="246062" cy="819150"/>
            </a:xfrm>
            <a:custGeom>
              <a:avLst/>
              <a:gdLst/>
              <a:ahLst/>
              <a:cxnLst/>
              <a:rect l="l" t="t" r="r" b="b"/>
              <a:pathLst>
                <a:path w="120000" h="120000" extrusionOk="0">
                  <a:moveTo>
                    <a:pt x="120000" y="120000"/>
                  </a:moveTo>
                  <a:lnTo>
                    <a:pt x="120000" y="47441"/>
                  </a:lnTo>
                  <a:lnTo>
                    <a:pt x="59612" y="0"/>
                  </a:lnTo>
                  <a:lnTo>
                    <a:pt x="0" y="44651"/>
                  </a:lnTo>
                  <a:lnTo>
                    <a:pt x="120000" y="120000"/>
                  </a:lnTo>
                  <a:lnTo>
                    <a:pt x="120000" y="120000"/>
                  </a:ln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86" name="Google Shape;86;p72"/>
            <p:cNvSpPr/>
            <p:nvPr/>
          </p:nvSpPr>
          <p:spPr>
            <a:xfrm>
              <a:off x="8107361" y="0"/>
              <a:ext cx="909637" cy="1654174"/>
            </a:xfrm>
            <a:custGeom>
              <a:avLst/>
              <a:gdLst/>
              <a:ahLst/>
              <a:cxnLst/>
              <a:rect l="l" t="t" r="r" b="b"/>
              <a:pathLst>
                <a:path w="120000" h="120000" extrusionOk="0">
                  <a:moveTo>
                    <a:pt x="0" y="0"/>
                  </a:moveTo>
                  <a:lnTo>
                    <a:pt x="103902" y="120000"/>
                  </a:lnTo>
                  <a:lnTo>
                    <a:pt x="120000" y="97909"/>
                  </a:lnTo>
                  <a:lnTo>
                    <a:pt x="52473" y="0"/>
                  </a:lnTo>
                  <a:lnTo>
                    <a:pt x="0" y="0"/>
                  </a:lnTo>
                  <a:lnTo>
                    <a:pt x="0" y="0"/>
                  </a:lnTo>
                  <a:close/>
                </a:path>
              </a:pathLst>
            </a:custGeom>
            <a:gradFill>
              <a:gsLst>
                <a:gs pos="0">
                  <a:srgbClr val="000055"/>
                </a:gs>
                <a:gs pos="100000">
                  <a:schemeClr val="lt2"/>
                </a:gs>
              </a:gsLst>
              <a:lin ang="54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87" name="Google Shape;87;p72"/>
            <p:cNvSpPr/>
            <p:nvPr/>
          </p:nvSpPr>
          <p:spPr>
            <a:xfrm>
              <a:off x="8589961" y="0"/>
              <a:ext cx="541337" cy="1263650"/>
            </a:xfrm>
            <a:custGeom>
              <a:avLst/>
              <a:gdLst/>
              <a:ahLst/>
              <a:cxnLst/>
              <a:rect l="l" t="t" r="r" b="b"/>
              <a:pathLst>
                <a:path w="120000" h="120000" extrusionOk="0">
                  <a:moveTo>
                    <a:pt x="50674" y="0"/>
                  </a:moveTo>
                  <a:lnTo>
                    <a:pt x="0" y="0"/>
                  </a:lnTo>
                  <a:lnTo>
                    <a:pt x="100997" y="120000"/>
                  </a:lnTo>
                  <a:lnTo>
                    <a:pt x="119999" y="98318"/>
                  </a:lnTo>
                  <a:lnTo>
                    <a:pt x="50674" y="0"/>
                  </a:lnTo>
                  <a:lnTo>
                    <a:pt x="50674" y="0"/>
                  </a:lnTo>
                  <a:close/>
                </a:path>
              </a:pathLst>
            </a:custGeom>
            <a:gradFill>
              <a:gsLst>
                <a:gs pos="0">
                  <a:srgbClr val="000059"/>
                </a:gs>
                <a:gs pos="100000">
                  <a:schemeClr val="lt2"/>
                </a:gs>
              </a:gsLst>
              <a:lin ang="54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88" name="Google Shape;88;p72"/>
            <p:cNvSpPr/>
            <p:nvPr/>
          </p:nvSpPr>
          <p:spPr>
            <a:xfrm>
              <a:off x="9045575" y="1036637"/>
              <a:ext cx="95250" cy="493711"/>
            </a:xfrm>
            <a:custGeom>
              <a:avLst/>
              <a:gdLst/>
              <a:ahLst/>
              <a:cxnLst/>
              <a:rect l="l" t="t" r="r" b="b"/>
              <a:pathLst>
                <a:path w="120000" h="120000" extrusionOk="0">
                  <a:moveTo>
                    <a:pt x="0" y="55384"/>
                  </a:moveTo>
                  <a:lnTo>
                    <a:pt x="120000" y="120000"/>
                  </a:lnTo>
                  <a:lnTo>
                    <a:pt x="120000" y="2307"/>
                  </a:lnTo>
                  <a:lnTo>
                    <a:pt x="108000" y="0"/>
                  </a:lnTo>
                  <a:lnTo>
                    <a:pt x="0" y="55384"/>
                  </a:lnTo>
                  <a:lnTo>
                    <a:pt x="0" y="55384"/>
                  </a:ln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89" name="Google Shape;89;p72"/>
            <p:cNvSpPr/>
            <p:nvPr/>
          </p:nvSpPr>
          <p:spPr>
            <a:xfrm>
              <a:off x="3175" y="2541586"/>
              <a:ext cx="9131300" cy="2959100"/>
            </a:xfrm>
            <a:custGeom>
              <a:avLst/>
              <a:gdLst/>
              <a:ahLst/>
              <a:cxnLst/>
              <a:rect l="l" t="t" r="r" b="b"/>
              <a:pathLst>
                <a:path w="120000" h="120000" extrusionOk="0">
                  <a:moveTo>
                    <a:pt x="0" y="23884"/>
                  </a:moveTo>
                  <a:lnTo>
                    <a:pt x="120000" y="120000"/>
                  </a:lnTo>
                  <a:lnTo>
                    <a:pt x="120000" y="118068"/>
                  </a:lnTo>
                  <a:lnTo>
                    <a:pt x="0" y="0"/>
                  </a:lnTo>
                  <a:lnTo>
                    <a:pt x="0" y="23884"/>
                  </a:lnTo>
                  <a:lnTo>
                    <a:pt x="0" y="23884"/>
                  </a:lnTo>
                  <a:close/>
                </a:path>
              </a:pathLst>
            </a:custGeom>
            <a:gradFill>
              <a:gsLst>
                <a:gs pos="0">
                  <a:srgbClr val="000061"/>
                </a:gs>
                <a:gs pos="100000">
                  <a:schemeClr val="lt1"/>
                </a:gs>
              </a:gsLst>
              <a:lin ang="27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90" name="Google Shape;90;p72"/>
            <p:cNvSpPr/>
            <p:nvPr/>
          </p:nvSpPr>
          <p:spPr>
            <a:xfrm>
              <a:off x="9134475" y="5529262"/>
              <a:ext cx="9524" cy="9524"/>
            </a:xfrm>
            <a:custGeom>
              <a:avLst/>
              <a:gdLst/>
              <a:ahLst/>
              <a:cxnLst/>
              <a:rect l="l" t="t" r="r" b="b"/>
              <a:pathLst>
                <a:path w="120000" h="120000" extrusionOk="0">
                  <a:moveTo>
                    <a:pt x="120000" y="120000"/>
                  </a:moveTo>
                  <a:lnTo>
                    <a:pt x="0" y="0"/>
                  </a:lnTo>
                  <a:lnTo>
                    <a:pt x="0" y="120000"/>
                  </a:lnTo>
                  <a:lnTo>
                    <a:pt x="120000" y="120000"/>
                  </a:lnTo>
                  <a:lnTo>
                    <a:pt x="120000" y="120000"/>
                  </a:lnTo>
                  <a:close/>
                </a:path>
              </a:pathLst>
            </a:custGeom>
            <a:solidFill>
              <a:srgbClr val="18FF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91" name="Google Shape;91;p72"/>
            <p:cNvSpPr/>
            <p:nvPr/>
          </p:nvSpPr>
          <p:spPr>
            <a:xfrm>
              <a:off x="3175" y="3416300"/>
              <a:ext cx="9131300" cy="2122487"/>
            </a:xfrm>
            <a:custGeom>
              <a:avLst/>
              <a:gdLst/>
              <a:ahLst/>
              <a:cxnLst/>
              <a:rect l="l" t="t" r="r" b="b"/>
              <a:pathLst>
                <a:path w="120000" h="120000" extrusionOk="0">
                  <a:moveTo>
                    <a:pt x="0" y="32849"/>
                  </a:moveTo>
                  <a:lnTo>
                    <a:pt x="120000" y="120000"/>
                  </a:lnTo>
                  <a:lnTo>
                    <a:pt x="120000" y="119461"/>
                  </a:lnTo>
                  <a:lnTo>
                    <a:pt x="0" y="0"/>
                  </a:lnTo>
                  <a:lnTo>
                    <a:pt x="0" y="32849"/>
                  </a:lnTo>
                  <a:lnTo>
                    <a:pt x="0" y="32849"/>
                  </a:lnTo>
                  <a:close/>
                </a:path>
              </a:pathLst>
            </a:custGeom>
            <a:gradFill>
              <a:gsLst>
                <a:gs pos="0">
                  <a:srgbClr val="00005D"/>
                </a:gs>
                <a:gs pos="100000">
                  <a:schemeClr val="lt1"/>
                </a:gs>
              </a:gsLst>
              <a:lin ang="27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92" name="Google Shape;92;p72"/>
            <p:cNvSpPr/>
            <p:nvPr/>
          </p:nvSpPr>
          <p:spPr>
            <a:xfrm>
              <a:off x="3175" y="5043487"/>
              <a:ext cx="9131300" cy="657224"/>
            </a:xfrm>
            <a:custGeom>
              <a:avLst/>
              <a:gdLst/>
              <a:ahLst/>
              <a:cxnLst/>
              <a:rect l="l" t="t" r="r" b="b"/>
              <a:pathLst>
                <a:path w="120000" h="120000" extrusionOk="0">
                  <a:moveTo>
                    <a:pt x="0" y="13913"/>
                  </a:moveTo>
                  <a:lnTo>
                    <a:pt x="120000" y="120000"/>
                  </a:lnTo>
                  <a:lnTo>
                    <a:pt x="120000" y="116521"/>
                  </a:lnTo>
                  <a:lnTo>
                    <a:pt x="0" y="0"/>
                  </a:lnTo>
                  <a:lnTo>
                    <a:pt x="0" y="13913"/>
                  </a:lnTo>
                  <a:lnTo>
                    <a:pt x="0" y="13913"/>
                  </a:lnTo>
                  <a:close/>
                </a:path>
              </a:pathLst>
            </a:custGeom>
            <a:gradFill>
              <a:gsLst>
                <a:gs pos="0">
                  <a:srgbClr val="000082"/>
                </a:gs>
                <a:gs pos="100000">
                  <a:schemeClr val="lt1"/>
                </a:gs>
              </a:gsLst>
              <a:lin ang="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93" name="Google Shape;93;p72"/>
            <p:cNvSpPr/>
            <p:nvPr/>
          </p:nvSpPr>
          <p:spPr>
            <a:xfrm>
              <a:off x="2058986" y="0"/>
              <a:ext cx="7075487" cy="5043487"/>
            </a:xfrm>
            <a:custGeom>
              <a:avLst/>
              <a:gdLst/>
              <a:ahLst/>
              <a:cxnLst/>
              <a:rect l="l" t="t" r="r" b="b"/>
              <a:pathLst>
                <a:path w="120000" h="120000" extrusionOk="0">
                  <a:moveTo>
                    <a:pt x="0" y="0"/>
                  </a:moveTo>
                  <a:lnTo>
                    <a:pt x="120000" y="119999"/>
                  </a:lnTo>
                  <a:lnTo>
                    <a:pt x="120000" y="119093"/>
                  </a:lnTo>
                  <a:lnTo>
                    <a:pt x="3372" y="0"/>
                  </a:lnTo>
                  <a:lnTo>
                    <a:pt x="0" y="0"/>
                  </a:lnTo>
                  <a:lnTo>
                    <a:pt x="0" y="0"/>
                  </a:lnTo>
                  <a:close/>
                </a:path>
              </a:pathLst>
            </a:custGeom>
            <a:gradFill>
              <a:gsLst>
                <a:gs pos="0">
                  <a:srgbClr val="00004A"/>
                </a:gs>
                <a:gs pos="100000">
                  <a:schemeClr val="lt1"/>
                </a:gs>
              </a:gsLst>
              <a:lin ang="27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94" name="Google Shape;94;p72"/>
            <p:cNvSpPr/>
            <p:nvPr/>
          </p:nvSpPr>
          <p:spPr>
            <a:xfrm>
              <a:off x="5272087" y="0"/>
              <a:ext cx="3862387" cy="4149724"/>
            </a:xfrm>
            <a:custGeom>
              <a:avLst/>
              <a:gdLst/>
              <a:ahLst/>
              <a:cxnLst/>
              <a:rect l="l" t="t" r="r" b="b"/>
              <a:pathLst>
                <a:path w="120000" h="120000" extrusionOk="0">
                  <a:moveTo>
                    <a:pt x="0" y="0"/>
                  </a:moveTo>
                  <a:lnTo>
                    <a:pt x="119999" y="120000"/>
                  </a:lnTo>
                  <a:lnTo>
                    <a:pt x="119999" y="119724"/>
                  </a:lnTo>
                  <a:lnTo>
                    <a:pt x="3261" y="0"/>
                  </a:lnTo>
                  <a:lnTo>
                    <a:pt x="0" y="0"/>
                  </a:lnTo>
                  <a:lnTo>
                    <a:pt x="0" y="0"/>
                  </a:lnTo>
                  <a:close/>
                </a:path>
              </a:pathLst>
            </a:custGeom>
            <a:gradFill>
              <a:gsLst>
                <a:gs pos="0">
                  <a:srgbClr val="000082"/>
                </a:gs>
                <a:gs pos="100000">
                  <a:schemeClr val="lt1"/>
                </a:gs>
              </a:gsLst>
              <a:lin ang="27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95" name="Google Shape;95;p72"/>
            <p:cNvSpPr/>
            <p:nvPr/>
          </p:nvSpPr>
          <p:spPr>
            <a:xfrm>
              <a:off x="6270625" y="0"/>
              <a:ext cx="2863849" cy="3911599"/>
            </a:xfrm>
            <a:custGeom>
              <a:avLst/>
              <a:gdLst/>
              <a:ahLst/>
              <a:cxnLst/>
              <a:rect l="l" t="t" r="r" b="b"/>
              <a:pathLst>
                <a:path w="120000" h="120000" extrusionOk="0">
                  <a:moveTo>
                    <a:pt x="32333" y="0"/>
                  </a:moveTo>
                  <a:lnTo>
                    <a:pt x="0" y="0"/>
                  </a:lnTo>
                  <a:lnTo>
                    <a:pt x="120000" y="120000"/>
                  </a:lnTo>
                  <a:lnTo>
                    <a:pt x="120000" y="109480"/>
                  </a:lnTo>
                  <a:lnTo>
                    <a:pt x="119600" y="109480"/>
                  </a:lnTo>
                  <a:lnTo>
                    <a:pt x="32333" y="0"/>
                  </a:lnTo>
                  <a:lnTo>
                    <a:pt x="32333" y="0"/>
                  </a:lnTo>
                  <a:close/>
                </a:path>
              </a:pathLst>
            </a:custGeom>
            <a:gradFill>
              <a:gsLst>
                <a:gs pos="0">
                  <a:srgbClr val="000065"/>
                </a:gs>
                <a:gs pos="100000">
                  <a:schemeClr val="lt2"/>
                </a:gs>
              </a:gsLst>
              <a:lin ang="54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96" name="Google Shape;96;p72"/>
            <p:cNvSpPr/>
            <p:nvPr/>
          </p:nvSpPr>
          <p:spPr>
            <a:xfrm>
              <a:off x="7173911" y="0"/>
              <a:ext cx="1960561" cy="3292474"/>
            </a:xfrm>
            <a:custGeom>
              <a:avLst/>
              <a:gdLst/>
              <a:ahLst/>
              <a:cxnLst/>
              <a:rect l="l" t="t" r="r" b="b"/>
              <a:pathLst>
                <a:path w="120000" h="120000" extrusionOk="0">
                  <a:moveTo>
                    <a:pt x="0" y="0"/>
                  </a:moveTo>
                  <a:lnTo>
                    <a:pt x="120000" y="120000"/>
                  </a:lnTo>
                  <a:lnTo>
                    <a:pt x="120000" y="117917"/>
                  </a:lnTo>
                  <a:lnTo>
                    <a:pt x="4090" y="0"/>
                  </a:lnTo>
                  <a:lnTo>
                    <a:pt x="0" y="0"/>
                  </a:lnTo>
                  <a:lnTo>
                    <a:pt x="0" y="0"/>
                  </a:lnTo>
                  <a:close/>
                </a:path>
              </a:pathLst>
            </a:custGeom>
            <a:gradFill>
              <a:gsLst>
                <a:gs pos="0">
                  <a:srgbClr val="000058"/>
                </a:gs>
                <a:gs pos="100000">
                  <a:schemeClr val="lt1"/>
                </a:gs>
              </a:gsLst>
              <a:lin ang="27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97" name="Google Shape;97;p72"/>
            <p:cNvSpPr/>
            <p:nvPr/>
          </p:nvSpPr>
          <p:spPr>
            <a:xfrm>
              <a:off x="7451725" y="0"/>
              <a:ext cx="1682749" cy="3073399"/>
            </a:xfrm>
            <a:custGeom>
              <a:avLst/>
              <a:gdLst/>
              <a:ahLst/>
              <a:cxnLst/>
              <a:rect l="l" t="t" r="r" b="b"/>
              <a:pathLst>
                <a:path w="120000" h="120000" extrusionOk="0">
                  <a:moveTo>
                    <a:pt x="0" y="0"/>
                  </a:moveTo>
                  <a:lnTo>
                    <a:pt x="120000" y="120000"/>
                  </a:lnTo>
                  <a:lnTo>
                    <a:pt x="120000" y="119628"/>
                  </a:lnTo>
                  <a:lnTo>
                    <a:pt x="6124" y="0"/>
                  </a:lnTo>
                  <a:lnTo>
                    <a:pt x="0" y="0"/>
                  </a:lnTo>
                  <a:lnTo>
                    <a:pt x="0" y="0"/>
                  </a:lnTo>
                  <a:close/>
                </a:path>
              </a:pathLst>
            </a:custGeom>
            <a:gradFill>
              <a:gsLst>
                <a:gs pos="0">
                  <a:srgbClr val="00006F"/>
                </a:gs>
                <a:gs pos="100000">
                  <a:schemeClr val="lt1"/>
                </a:gs>
              </a:gsLst>
              <a:lin ang="27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98" name="Google Shape;98;p72"/>
            <p:cNvSpPr/>
            <p:nvPr/>
          </p:nvSpPr>
          <p:spPr>
            <a:xfrm>
              <a:off x="7907336" y="0"/>
              <a:ext cx="1227136" cy="2360611"/>
            </a:xfrm>
            <a:custGeom>
              <a:avLst/>
              <a:gdLst/>
              <a:ahLst/>
              <a:cxnLst/>
              <a:rect l="l" t="t" r="r" b="b"/>
              <a:pathLst>
                <a:path w="120000" h="120000" extrusionOk="0">
                  <a:moveTo>
                    <a:pt x="119999" y="115642"/>
                  </a:moveTo>
                  <a:lnTo>
                    <a:pt x="6536" y="0"/>
                  </a:lnTo>
                  <a:lnTo>
                    <a:pt x="0" y="0"/>
                  </a:lnTo>
                  <a:lnTo>
                    <a:pt x="119999" y="120000"/>
                  </a:lnTo>
                  <a:lnTo>
                    <a:pt x="119999" y="115642"/>
                  </a:lnTo>
                  <a:lnTo>
                    <a:pt x="119999" y="115642"/>
                  </a:lnTo>
                  <a:close/>
                </a:path>
              </a:pathLst>
            </a:custGeom>
            <a:gradFill>
              <a:gsLst>
                <a:gs pos="0">
                  <a:srgbClr val="000079"/>
                </a:gs>
                <a:gs pos="100000">
                  <a:schemeClr val="lt1"/>
                </a:gs>
              </a:gsLst>
              <a:lin ang="27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grpSp>
          <p:nvGrpSpPr>
            <p:cNvPr id="99" name="Google Shape;99;p72"/>
            <p:cNvGrpSpPr/>
            <p:nvPr/>
          </p:nvGrpSpPr>
          <p:grpSpPr>
            <a:xfrm>
              <a:off x="0" y="2590800"/>
              <a:ext cx="9140824" cy="2949574"/>
              <a:chOff x="0" y="2590800"/>
              <a:chExt cx="9140824" cy="2949574"/>
            </a:xfrm>
          </p:grpSpPr>
          <p:sp>
            <p:nvSpPr>
              <p:cNvPr id="100" name="Google Shape;100;p72"/>
              <p:cNvSpPr/>
              <p:nvPr/>
            </p:nvSpPr>
            <p:spPr>
              <a:xfrm>
                <a:off x="0" y="2590800"/>
                <a:ext cx="5826124" cy="2084387"/>
              </a:xfrm>
              <a:custGeom>
                <a:avLst/>
                <a:gdLst/>
                <a:ahLst/>
                <a:cxnLst/>
                <a:rect l="l" t="t" r="r" b="b"/>
                <a:pathLst>
                  <a:path w="120000" h="120000" extrusionOk="0">
                    <a:moveTo>
                      <a:pt x="0" y="0"/>
                    </a:moveTo>
                    <a:lnTo>
                      <a:pt x="0" y="33450"/>
                    </a:lnTo>
                    <a:lnTo>
                      <a:pt x="119212" y="120000"/>
                    </a:lnTo>
                    <a:lnTo>
                      <a:pt x="119606" y="112871"/>
                    </a:lnTo>
                    <a:lnTo>
                      <a:pt x="120000" y="106290"/>
                    </a:lnTo>
                    <a:lnTo>
                      <a:pt x="0" y="0"/>
                    </a:lnTo>
                    <a:lnTo>
                      <a:pt x="0" y="0"/>
                    </a:lnTo>
                    <a:close/>
                  </a:path>
                </a:pathLst>
              </a:custGeom>
              <a:gradFill>
                <a:gsLst>
                  <a:gs pos="0">
                    <a:srgbClr val="00006F"/>
                  </a:gs>
                  <a:gs pos="100000">
                    <a:schemeClr val="lt1"/>
                  </a:gs>
                </a:gsLst>
                <a:lin ang="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101" name="Google Shape;101;p72"/>
              <p:cNvSpPr/>
              <p:nvPr/>
            </p:nvSpPr>
            <p:spPr>
              <a:xfrm>
                <a:off x="5788025" y="4437062"/>
                <a:ext cx="3352799" cy="1103312"/>
              </a:xfrm>
              <a:custGeom>
                <a:avLst/>
                <a:gdLst/>
                <a:ahLst/>
                <a:cxnLst/>
                <a:rect l="l" t="t" r="r" b="b"/>
                <a:pathLst>
                  <a:path w="120000" h="120000" extrusionOk="0">
                    <a:moveTo>
                      <a:pt x="120000" y="114820"/>
                    </a:moveTo>
                    <a:lnTo>
                      <a:pt x="1368" y="0"/>
                    </a:lnTo>
                    <a:lnTo>
                      <a:pt x="684" y="12431"/>
                    </a:lnTo>
                    <a:lnTo>
                      <a:pt x="0" y="25899"/>
                    </a:lnTo>
                    <a:lnTo>
                      <a:pt x="120000" y="120000"/>
                    </a:lnTo>
                    <a:lnTo>
                      <a:pt x="120000" y="114820"/>
                    </a:lnTo>
                    <a:lnTo>
                      <a:pt x="120000" y="114820"/>
                    </a:lnTo>
                    <a:close/>
                  </a:path>
                </a:pathLst>
              </a:custGeom>
              <a:gradFill>
                <a:gsLst>
                  <a:gs pos="0">
                    <a:schemeClr val="lt1"/>
                  </a:gs>
                  <a:gs pos="100000">
                    <a:srgbClr val="1717A2"/>
                  </a:gs>
                </a:gsLst>
                <a:lin ang="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grpSp>
      </p:grpSp>
      <p:sp>
        <p:nvSpPr>
          <p:cNvPr id="102" name="Google Shape;102;p72"/>
          <p:cNvSpPr txBox="1">
            <a:spLocks noGrp="1"/>
          </p:cNvSpPr>
          <p:nvPr>
            <p:ph type="title"/>
          </p:nvPr>
        </p:nvSpPr>
        <p:spPr>
          <a:xfrm>
            <a:off x="457200" y="277812"/>
            <a:ext cx="8229600" cy="1143000"/>
          </a:xfrm>
          <a:prstGeom prst="rect">
            <a:avLst/>
          </a:prstGeom>
          <a:noFill/>
          <a:ln>
            <a:noFill/>
          </a:ln>
        </p:spPr>
        <p:txBody>
          <a:bodyPr spcFirstLastPara="1" wrap="square" lIns="91425" tIns="91425" rIns="91425" bIns="91425" anchor="ctr" anchorCtr="0">
            <a:no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03" name="Google Shape;103;p72"/>
          <p:cNvSpPr txBox="1">
            <a:spLocks noGrp="1"/>
          </p:cNvSpPr>
          <p:nvPr>
            <p:ph type="body" idx="1"/>
          </p:nvPr>
        </p:nvSpPr>
        <p:spPr>
          <a:xfrm>
            <a:off x="457200" y="1600200"/>
            <a:ext cx="8229600" cy="4530725"/>
          </a:xfrm>
          <a:prstGeom prst="rect">
            <a:avLst/>
          </a:prstGeom>
          <a:noFill/>
          <a:ln>
            <a:noFill/>
          </a:ln>
        </p:spPr>
        <p:txBody>
          <a:bodyPr spcFirstLastPara="1" wrap="square" lIns="91425" tIns="91425" rIns="91425" bIns="91425"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04" name="Google Shape;104;p72"/>
          <p:cNvSpPr txBox="1">
            <a:spLocks noGrp="1"/>
          </p:cNvSpPr>
          <p:nvPr>
            <p:ph type="dt" idx="10"/>
          </p:nvPr>
        </p:nvSpPr>
        <p:spPr>
          <a:xfrm>
            <a:off x="457200" y="6243637"/>
            <a:ext cx="2133600" cy="457200"/>
          </a:xfrm>
          <a:prstGeom prst="rect">
            <a:avLst/>
          </a:prstGeom>
          <a:noFill/>
          <a:ln>
            <a:noFill/>
          </a:ln>
        </p:spPr>
        <p:txBody>
          <a:bodyPr spcFirstLastPara="1" wrap="square" lIns="91425" tIns="91425" rIns="91425" bIns="91425" anchor="b" anchorCtr="0">
            <a:noAutofit/>
          </a:bodyPr>
          <a:lstStyle>
            <a:lvl1pPr marR="0" lvl="0" algn="l" rtl="0">
              <a:lnSpc>
                <a:spcPct val="100000"/>
              </a:lnSpc>
              <a:spcBef>
                <a:spcPts val="0"/>
              </a:spcBef>
              <a:spcAft>
                <a:spcPts val="0"/>
              </a:spcAft>
              <a:buSzPts val="1400"/>
              <a:buNone/>
              <a:defRPr sz="1400" b="0" i="0" u="none">
                <a:solidFill>
                  <a:srgbClr val="000000"/>
                </a:solidFill>
                <a:latin typeface="Arial"/>
                <a:ea typeface="Arial"/>
                <a:cs typeface="Arial"/>
                <a:sym typeface="Arial"/>
              </a:defRPr>
            </a:lvl1pPr>
            <a:lvl2pPr marR="0" lvl="1"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
        <p:nvSpPr>
          <p:cNvPr id="105" name="Google Shape;105;p72"/>
          <p:cNvSpPr txBox="1">
            <a:spLocks noGrp="1"/>
          </p:cNvSpPr>
          <p:nvPr>
            <p:ph type="ftr" idx="11"/>
          </p:nvPr>
        </p:nvSpPr>
        <p:spPr>
          <a:xfrm>
            <a:off x="3124200" y="6248400"/>
            <a:ext cx="2895600" cy="457200"/>
          </a:xfrm>
          <a:prstGeom prst="rect">
            <a:avLst/>
          </a:prstGeom>
          <a:noFill/>
          <a:ln>
            <a:noFill/>
          </a:ln>
        </p:spPr>
        <p:txBody>
          <a:bodyPr spcFirstLastPara="1" wrap="square" lIns="91425" tIns="91425" rIns="91425" bIns="91425" anchor="b" anchorCtr="0">
            <a:noAutofit/>
          </a:bodyPr>
          <a:lstStyle>
            <a:lvl1pPr marR="0" lvl="0" algn="l" rtl="0">
              <a:lnSpc>
                <a:spcPct val="100000"/>
              </a:lnSpc>
              <a:spcBef>
                <a:spcPts val="0"/>
              </a:spcBef>
              <a:spcAft>
                <a:spcPts val="0"/>
              </a:spcAft>
              <a:buSzPts val="1400"/>
              <a:buNone/>
              <a:defRPr sz="1400" b="0" i="0" u="none">
                <a:solidFill>
                  <a:srgbClr val="000000"/>
                </a:solidFill>
                <a:latin typeface="Arial"/>
                <a:ea typeface="Arial"/>
                <a:cs typeface="Arial"/>
                <a:sym typeface="Arial"/>
              </a:defRPr>
            </a:lvl1pPr>
            <a:lvl2pPr marR="0" lvl="1"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
        <p:nvSpPr>
          <p:cNvPr id="106" name="Google Shape;106;p72"/>
          <p:cNvSpPr txBox="1">
            <a:spLocks noGrp="1"/>
          </p:cNvSpPr>
          <p:nvPr>
            <p:ph type="sldNum" idx="12"/>
          </p:nvPr>
        </p:nvSpPr>
        <p:spPr>
          <a:xfrm>
            <a:off x="6553200" y="6243637"/>
            <a:ext cx="2133600" cy="457200"/>
          </a:xfrm>
          <a:prstGeom prst="rect">
            <a:avLst/>
          </a:prstGeom>
          <a:noFill/>
          <a:ln>
            <a:noFill/>
          </a:ln>
        </p:spPr>
        <p:txBody>
          <a:bodyPr spcFirstLastPara="1" wrap="square" lIns="91425" tIns="45700" rIns="91425" bIns="45700" anchor="b" anchorCtr="0">
            <a:noAutofit/>
          </a:bodyPr>
          <a:lstStyle>
            <a:lvl1pPr marL="0" marR="0" lvl="0" indent="0" algn="r" rtl="0">
              <a:lnSpc>
                <a:spcPct val="100000"/>
              </a:lnSpc>
              <a:spcBef>
                <a:spcPts val="0"/>
              </a:spcBef>
              <a:spcAft>
                <a:spcPts val="0"/>
              </a:spcAft>
              <a:buClr>
                <a:srgbClr val="FFFFFF"/>
              </a:buClr>
              <a:buSzPts val="1200"/>
              <a:buFont typeface="Arial"/>
              <a:buNone/>
              <a:defRPr sz="1200" b="0" i="0" u="none">
                <a:solidFill>
                  <a:srgbClr val="FFFFFF"/>
                </a:solidFill>
                <a:latin typeface="Arial"/>
                <a:ea typeface="Arial"/>
                <a:cs typeface="Arial"/>
                <a:sym typeface="Arial"/>
              </a:defRPr>
            </a:lvl1pPr>
            <a:lvl2pPr marL="0" marR="0" lvl="1" indent="0" algn="r" rtl="0">
              <a:lnSpc>
                <a:spcPct val="100000"/>
              </a:lnSpc>
              <a:spcBef>
                <a:spcPts val="0"/>
              </a:spcBef>
              <a:spcAft>
                <a:spcPts val="0"/>
              </a:spcAft>
              <a:buClr>
                <a:srgbClr val="FFFFFF"/>
              </a:buClr>
              <a:buSzPts val="1200"/>
              <a:buFont typeface="Arial"/>
              <a:buNone/>
              <a:defRPr sz="1200" b="0" i="0" u="none">
                <a:solidFill>
                  <a:srgbClr val="FFFFFF"/>
                </a:solidFill>
                <a:latin typeface="Arial"/>
                <a:ea typeface="Arial"/>
                <a:cs typeface="Arial"/>
                <a:sym typeface="Arial"/>
              </a:defRPr>
            </a:lvl2pPr>
            <a:lvl3pPr marL="0" marR="0" lvl="2" indent="0" algn="r" rtl="0">
              <a:lnSpc>
                <a:spcPct val="100000"/>
              </a:lnSpc>
              <a:spcBef>
                <a:spcPts val="0"/>
              </a:spcBef>
              <a:spcAft>
                <a:spcPts val="0"/>
              </a:spcAft>
              <a:buClr>
                <a:srgbClr val="FFFFFF"/>
              </a:buClr>
              <a:buSzPts val="1200"/>
              <a:buFont typeface="Arial"/>
              <a:buNone/>
              <a:defRPr sz="1200" b="0" i="0" u="none">
                <a:solidFill>
                  <a:srgbClr val="FFFFFF"/>
                </a:solidFill>
                <a:latin typeface="Arial"/>
                <a:ea typeface="Arial"/>
                <a:cs typeface="Arial"/>
                <a:sym typeface="Arial"/>
              </a:defRPr>
            </a:lvl3pPr>
            <a:lvl4pPr marL="0" marR="0" lvl="3" indent="0" algn="r" rtl="0">
              <a:lnSpc>
                <a:spcPct val="100000"/>
              </a:lnSpc>
              <a:spcBef>
                <a:spcPts val="0"/>
              </a:spcBef>
              <a:spcAft>
                <a:spcPts val="0"/>
              </a:spcAft>
              <a:buClr>
                <a:srgbClr val="FFFFFF"/>
              </a:buClr>
              <a:buSzPts val="1200"/>
              <a:buFont typeface="Arial"/>
              <a:buNone/>
              <a:defRPr sz="1200" b="0" i="0" u="none">
                <a:solidFill>
                  <a:srgbClr val="FFFFFF"/>
                </a:solidFill>
                <a:latin typeface="Arial"/>
                <a:ea typeface="Arial"/>
                <a:cs typeface="Arial"/>
                <a:sym typeface="Arial"/>
              </a:defRPr>
            </a:lvl4pPr>
            <a:lvl5pPr marL="0" marR="0" lvl="4" indent="0" algn="r" rtl="0">
              <a:lnSpc>
                <a:spcPct val="100000"/>
              </a:lnSpc>
              <a:spcBef>
                <a:spcPts val="0"/>
              </a:spcBef>
              <a:spcAft>
                <a:spcPts val="0"/>
              </a:spcAft>
              <a:buClr>
                <a:srgbClr val="FFFFFF"/>
              </a:buClr>
              <a:buSzPts val="1200"/>
              <a:buFont typeface="Arial"/>
              <a:buNone/>
              <a:defRPr sz="1200" b="0" i="0" u="none">
                <a:solidFill>
                  <a:srgbClr val="FFFFFF"/>
                </a:solidFill>
                <a:latin typeface="Arial"/>
                <a:ea typeface="Arial"/>
                <a:cs typeface="Arial"/>
                <a:sym typeface="Arial"/>
              </a:defRPr>
            </a:lvl5pPr>
            <a:lvl6pPr marL="0" marR="0" lvl="5" indent="0" algn="r" rtl="0">
              <a:lnSpc>
                <a:spcPct val="100000"/>
              </a:lnSpc>
              <a:spcBef>
                <a:spcPts val="0"/>
              </a:spcBef>
              <a:spcAft>
                <a:spcPts val="0"/>
              </a:spcAft>
              <a:buClr>
                <a:srgbClr val="FFFFFF"/>
              </a:buClr>
              <a:buSzPts val="1200"/>
              <a:buFont typeface="Arial"/>
              <a:buNone/>
              <a:defRPr sz="1200" b="0" i="0" u="none">
                <a:solidFill>
                  <a:srgbClr val="FFFFFF"/>
                </a:solidFill>
                <a:latin typeface="Arial"/>
                <a:ea typeface="Arial"/>
                <a:cs typeface="Arial"/>
                <a:sym typeface="Arial"/>
              </a:defRPr>
            </a:lvl6pPr>
            <a:lvl7pPr marL="0" marR="0" lvl="6" indent="0" algn="r" rtl="0">
              <a:lnSpc>
                <a:spcPct val="100000"/>
              </a:lnSpc>
              <a:spcBef>
                <a:spcPts val="0"/>
              </a:spcBef>
              <a:spcAft>
                <a:spcPts val="0"/>
              </a:spcAft>
              <a:buClr>
                <a:srgbClr val="FFFFFF"/>
              </a:buClr>
              <a:buSzPts val="1200"/>
              <a:buFont typeface="Arial"/>
              <a:buNone/>
              <a:defRPr sz="1200" b="0" i="0" u="none">
                <a:solidFill>
                  <a:srgbClr val="FFFFFF"/>
                </a:solidFill>
                <a:latin typeface="Arial"/>
                <a:ea typeface="Arial"/>
                <a:cs typeface="Arial"/>
                <a:sym typeface="Arial"/>
              </a:defRPr>
            </a:lvl7pPr>
            <a:lvl8pPr marL="0" marR="0" lvl="7" indent="0" algn="r" rtl="0">
              <a:lnSpc>
                <a:spcPct val="100000"/>
              </a:lnSpc>
              <a:spcBef>
                <a:spcPts val="0"/>
              </a:spcBef>
              <a:spcAft>
                <a:spcPts val="0"/>
              </a:spcAft>
              <a:buClr>
                <a:srgbClr val="FFFFFF"/>
              </a:buClr>
              <a:buSzPts val="1200"/>
              <a:buFont typeface="Arial"/>
              <a:buNone/>
              <a:defRPr sz="1200" b="0" i="0" u="none">
                <a:solidFill>
                  <a:srgbClr val="FFFFFF"/>
                </a:solidFill>
                <a:latin typeface="Arial"/>
                <a:ea typeface="Arial"/>
                <a:cs typeface="Arial"/>
                <a:sym typeface="Arial"/>
              </a:defRPr>
            </a:lvl8pPr>
            <a:lvl9pPr marL="0" marR="0" lvl="8" indent="0" algn="r" rtl="0">
              <a:lnSpc>
                <a:spcPct val="100000"/>
              </a:lnSpc>
              <a:spcBef>
                <a:spcPts val="0"/>
              </a:spcBef>
              <a:spcAft>
                <a:spcPts val="0"/>
              </a:spcAft>
              <a:buClr>
                <a:srgbClr val="FFFFFF"/>
              </a:buClr>
              <a:buSzPts val="1200"/>
              <a:buFont typeface="Arial"/>
              <a:buNone/>
              <a:defRPr sz="1200" b="0" i="0" u="none">
                <a:solidFill>
                  <a:srgbClr val="FFFFF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‹N°›</a:t>
            </a:fld>
            <a:endParaRPr sz="1400">
              <a:solidFill>
                <a:srgbClr val="000000"/>
              </a:solidFill>
            </a:endParaRPr>
          </a:p>
        </p:txBody>
      </p:sp>
    </p:spTree>
  </p:cSld>
  <p:clrMap bg1="lt1" tx1="dk1" bg2="dk2" tx2="lt2" accent1="accent1" accent2="accent2" accent3="accent3" accent4="accent4" accent5="accent5" accent6="accent6" hlink="hlink" folHlink="folHlink"/>
  <p:sldLayoutIdLst>
    <p:sldLayoutId id="214748365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tx2">
            <a:lumMod val="50000"/>
          </a:schemeClr>
        </a:solidFill>
        <a:effectLst/>
      </p:bgPr>
    </p:bg>
    <p:spTree>
      <p:nvGrpSpPr>
        <p:cNvPr id="1" name="Shape 163"/>
        <p:cNvGrpSpPr/>
        <p:nvPr/>
      </p:nvGrpSpPr>
      <p:grpSpPr>
        <a:xfrm>
          <a:off x="0" y="0"/>
          <a:ext cx="0" cy="0"/>
          <a:chOff x="0" y="0"/>
          <a:chExt cx="0" cy="0"/>
        </a:xfrm>
      </p:grpSpPr>
      <p:grpSp>
        <p:nvGrpSpPr>
          <p:cNvPr id="164" name="Google Shape;164;p76"/>
          <p:cNvGrpSpPr/>
          <p:nvPr/>
        </p:nvGrpSpPr>
        <p:grpSpPr>
          <a:xfrm>
            <a:off x="0" y="0"/>
            <a:ext cx="9144000" cy="6856412"/>
            <a:chOff x="0" y="0"/>
            <a:chExt cx="9143999" cy="6856412"/>
          </a:xfrm>
        </p:grpSpPr>
        <p:sp>
          <p:nvSpPr>
            <p:cNvPr id="165" name="Google Shape;165;p76"/>
            <p:cNvSpPr/>
            <p:nvPr/>
          </p:nvSpPr>
          <p:spPr>
            <a:xfrm>
              <a:off x="0" y="19050"/>
              <a:ext cx="9140825" cy="5195886"/>
            </a:xfrm>
            <a:custGeom>
              <a:avLst/>
              <a:gdLst/>
              <a:ahLst/>
              <a:cxnLst/>
              <a:rect l="l" t="t" r="r" b="b"/>
              <a:pathLst>
                <a:path w="120000" h="120000" extrusionOk="0">
                  <a:moveTo>
                    <a:pt x="66752" y="66581"/>
                  </a:moveTo>
                  <a:lnTo>
                    <a:pt x="0" y="0"/>
                  </a:lnTo>
                  <a:lnTo>
                    <a:pt x="0" y="19138"/>
                  </a:lnTo>
                  <a:lnTo>
                    <a:pt x="63491" y="72520"/>
                  </a:lnTo>
                  <a:lnTo>
                    <a:pt x="120000" y="120000"/>
                  </a:lnTo>
                  <a:lnTo>
                    <a:pt x="120000" y="119780"/>
                  </a:lnTo>
                  <a:lnTo>
                    <a:pt x="66752" y="66581"/>
                  </a:lnTo>
                  <a:lnTo>
                    <a:pt x="66752" y="66581"/>
                  </a:lnTo>
                  <a:close/>
                </a:path>
              </a:pathLst>
            </a:custGeom>
            <a:gradFill>
              <a:gsLst>
                <a:gs pos="0">
                  <a:srgbClr val="000051"/>
                </a:gs>
                <a:gs pos="100000">
                  <a:schemeClr val="lt2"/>
                </a:gs>
              </a:gsLst>
              <a:lin ang="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166" name="Google Shape;166;p76"/>
            <p:cNvSpPr/>
            <p:nvPr/>
          </p:nvSpPr>
          <p:spPr>
            <a:xfrm>
              <a:off x="236537" y="0"/>
              <a:ext cx="8904287" cy="5148262"/>
            </a:xfrm>
            <a:custGeom>
              <a:avLst/>
              <a:gdLst/>
              <a:ahLst/>
              <a:cxnLst/>
              <a:rect l="l" t="t" r="r" b="b"/>
              <a:pathLst>
                <a:path w="120000" h="120000" extrusionOk="0">
                  <a:moveTo>
                    <a:pt x="67887" y="63422"/>
                  </a:moveTo>
                  <a:lnTo>
                    <a:pt x="9250" y="0"/>
                  </a:lnTo>
                  <a:lnTo>
                    <a:pt x="0" y="0"/>
                  </a:lnTo>
                  <a:lnTo>
                    <a:pt x="66235" y="66086"/>
                  </a:lnTo>
                  <a:lnTo>
                    <a:pt x="119999" y="120000"/>
                  </a:lnTo>
                  <a:lnTo>
                    <a:pt x="119999" y="119777"/>
                  </a:lnTo>
                  <a:lnTo>
                    <a:pt x="67887" y="63422"/>
                  </a:lnTo>
                  <a:lnTo>
                    <a:pt x="67887" y="63422"/>
                  </a:lnTo>
                  <a:close/>
                </a:path>
              </a:pathLst>
            </a:custGeom>
            <a:gradFill>
              <a:gsLst>
                <a:gs pos="0">
                  <a:srgbClr val="00005D"/>
                </a:gs>
                <a:gs pos="100000">
                  <a:schemeClr val="lt1"/>
                </a:gs>
              </a:gsLst>
              <a:lin ang="27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167" name="Google Shape;167;p76"/>
            <p:cNvSpPr/>
            <p:nvPr/>
          </p:nvSpPr>
          <p:spPr>
            <a:xfrm>
              <a:off x="0" y="5449887"/>
              <a:ext cx="6410325" cy="303211"/>
            </a:xfrm>
            <a:custGeom>
              <a:avLst/>
              <a:gdLst/>
              <a:ahLst/>
              <a:cxnLst/>
              <a:rect l="l" t="t" r="r" b="b"/>
              <a:pathLst>
                <a:path w="120000" h="120000" extrusionOk="0">
                  <a:moveTo>
                    <a:pt x="0" y="97500"/>
                  </a:moveTo>
                  <a:lnTo>
                    <a:pt x="120000" y="120000"/>
                  </a:lnTo>
                  <a:lnTo>
                    <a:pt x="120000" y="90000"/>
                  </a:lnTo>
                  <a:lnTo>
                    <a:pt x="0" y="0"/>
                  </a:lnTo>
                  <a:lnTo>
                    <a:pt x="0" y="97500"/>
                  </a:lnTo>
                  <a:lnTo>
                    <a:pt x="0" y="97500"/>
                  </a:lnTo>
                  <a:close/>
                </a:path>
              </a:pathLst>
            </a:custGeom>
            <a:gradFill>
              <a:gsLst>
                <a:gs pos="0">
                  <a:srgbClr val="000061"/>
                </a:gs>
                <a:gs pos="100000">
                  <a:schemeClr val="lt2"/>
                </a:gs>
              </a:gsLst>
              <a:lin ang="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168" name="Google Shape;168;p76"/>
            <p:cNvSpPr/>
            <p:nvPr/>
          </p:nvSpPr>
          <p:spPr>
            <a:xfrm>
              <a:off x="6410325" y="5678487"/>
              <a:ext cx="2730500" cy="103186"/>
            </a:xfrm>
            <a:custGeom>
              <a:avLst/>
              <a:gdLst/>
              <a:ahLst/>
              <a:cxnLst/>
              <a:rect l="l" t="t" r="r" b="b"/>
              <a:pathLst>
                <a:path w="120000" h="120000" extrusionOk="0">
                  <a:moveTo>
                    <a:pt x="120000" y="120000"/>
                  </a:moveTo>
                  <a:lnTo>
                    <a:pt x="120000" y="109090"/>
                  </a:lnTo>
                  <a:lnTo>
                    <a:pt x="0" y="0"/>
                  </a:lnTo>
                  <a:lnTo>
                    <a:pt x="0" y="87272"/>
                  </a:lnTo>
                  <a:lnTo>
                    <a:pt x="120000" y="120000"/>
                  </a:lnTo>
                  <a:lnTo>
                    <a:pt x="120000" y="120000"/>
                  </a:lnTo>
                  <a:close/>
                </a:path>
              </a:pathLst>
            </a:custGeom>
            <a:gradFill>
              <a:gsLst>
                <a:gs pos="0">
                  <a:schemeClr val="lt2"/>
                </a:gs>
                <a:gs pos="100000">
                  <a:schemeClr val="lt1"/>
                </a:gs>
              </a:gsLst>
              <a:lin ang="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169" name="Google Shape;169;p76"/>
            <p:cNvSpPr/>
            <p:nvPr/>
          </p:nvSpPr>
          <p:spPr>
            <a:xfrm>
              <a:off x="0" y="5915025"/>
              <a:ext cx="7594599" cy="522286"/>
            </a:xfrm>
            <a:custGeom>
              <a:avLst/>
              <a:gdLst/>
              <a:ahLst/>
              <a:cxnLst/>
              <a:rect l="l" t="t" r="r" b="b"/>
              <a:pathLst>
                <a:path w="120000" h="120000" extrusionOk="0">
                  <a:moveTo>
                    <a:pt x="0" y="120000"/>
                  </a:moveTo>
                  <a:lnTo>
                    <a:pt x="120000" y="28085"/>
                  </a:lnTo>
                  <a:lnTo>
                    <a:pt x="120000" y="0"/>
                  </a:lnTo>
                  <a:lnTo>
                    <a:pt x="0" y="39027"/>
                  </a:lnTo>
                  <a:lnTo>
                    <a:pt x="0" y="120000"/>
                  </a:lnTo>
                  <a:lnTo>
                    <a:pt x="0" y="120000"/>
                  </a:lnTo>
                  <a:close/>
                </a:path>
              </a:pathLst>
            </a:custGeom>
            <a:gradFill>
              <a:gsLst>
                <a:gs pos="0">
                  <a:srgbClr val="00007D"/>
                </a:gs>
                <a:gs pos="100000">
                  <a:schemeClr val="lt1"/>
                </a:gs>
              </a:gsLst>
              <a:lin ang="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170" name="Google Shape;170;p76"/>
            <p:cNvSpPr/>
            <p:nvPr/>
          </p:nvSpPr>
          <p:spPr>
            <a:xfrm>
              <a:off x="7594600" y="5876925"/>
              <a:ext cx="1546225" cy="160337"/>
            </a:xfrm>
            <a:custGeom>
              <a:avLst/>
              <a:gdLst/>
              <a:ahLst/>
              <a:cxnLst/>
              <a:rect l="l" t="t" r="r" b="b"/>
              <a:pathLst>
                <a:path w="120000" h="120000" extrusionOk="0">
                  <a:moveTo>
                    <a:pt x="120000" y="57029"/>
                  </a:moveTo>
                  <a:lnTo>
                    <a:pt x="120000" y="0"/>
                  </a:lnTo>
                  <a:lnTo>
                    <a:pt x="0" y="28514"/>
                  </a:lnTo>
                  <a:lnTo>
                    <a:pt x="0" y="120000"/>
                  </a:lnTo>
                  <a:lnTo>
                    <a:pt x="120000" y="57029"/>
                  </a:lnTo>
                  <a:lnTo>
                    <a:pt x="120000" y="57029"/>
                  </a:lnTo>
                  <a:close/>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171" name="Google Shape;171;p76"/>
            <p:cNvSpPr/>
            <p:nvPr/>
          </p:nvSpPr>
          <p:spPr>
            <a:xfrm>
              <a:off x="5745162" y="6056312"/>
              <a:ext cx="3395661" cy="314324"/>
            </a:xfrm>
            <a:custGeom>
              <a:avLst/>
              <a:gdLst/>
              <a:ahLst/>
              <a:cxnLst/>
              <a:rect l="l" t="t" r="r" b="b"/>
              <a:pathLst>
                <a:path w="120000" h="120000" extrusionOk="0">
                  <a:moveTo>
                    <a:pt x="120000" y="0"/>
                  </a:moveTo>
                  <a:lnTo>
                    <a:pt x="0" y="94545"/>
                  </a:lnTo>
                  <a:lnTo>
                    <a:pt x="0" y="119999"/>
                  </a:lnTo>
                  <a:lnTo>
                    <a:pt x="120000" y="0"/>
                  </a:lnTo>
                  <a:lnTo>
                    <a:pt x="120000"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172" name="Google Shape;172;p76"/>
            <p:cNvSpPr/>
            <p:nvPr/>
          </p:nvSpPr>
          <p:spPr>
            <a:xfrm>
              <a:off x="0" y="6303962"/>
              <a:ext cx="5745161" cy="552449"/>
            </a:xfrm>
            <a:custGeom>
              <a:avLst/>
              <a:gdLst/>
              <a:ahLst/>
              <a:cxnLst/>
              <a:rect l="l" t="t" r="r" b="b"/>
              <a:pathLst>
                <a:path w="120000" h="120000" extrusionOk="0">
                  <a:moveTo>
                    <a:pt x="0" y="120000"/>
                  </a:moveTo>
                  <a:lnTo>
                    <a:pt x="10300" y="120000"/>
                  </a:lnTo>
                  <a:lnTo>
                    <a:pt x="120000" y="14482"/>
                  </a:lnTo>
                  <a:lnTo>
                    <a:pt x="120000" y="0"/>
                  </a:lnTo>
                  <a:lnTo>
                    <a:pt x="0" y="91034"/>
                  </a:lnTo>
                  <a:lnTo>
                    <a:pt x="0" y="120000"/>
                  </a:lnTo>
                  <a:lnTo>
                    <a:pt x="0" y="120000"/>
                  </a:lnTo>
                  <a:close/>
                </a:path>
              </a:pathLst>
            </a:custGeom>
            <a:gradFill>
              <a:gsLst>
                <a:gs pos="0">
                  <a:srgbClr val="00006F"/>
                </a:gs>
                <a:gs pos="100000">
                  <a:schemeClr val="lt1"/>
                </a:gs>
              </a:gsLst>
              <a:lin ang="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173" name="Google Shape;173;p76"/>
            <p:cNvSpPr/>
            <p:nvPr/>
          </p:nvSpPr>
          <p:spPr>
            <a:xfrm>
              <a:off x="3328987" y="6418262"/>
              <a:ext cx="3990975" cy="438150"/>
            </a:xfrm>
            <a:custGeom>
              <a:avLst/>
              <a:gdLst/>
              <a:ahLst/>
              <a:cxnLst/>
              <a:rect l="l" t="t" r="r" b="b"/>
              <a:pathLst>
                <a:path w="120000" h="120000" extrusionOk="0">
                  <a:moveTo>
                    <a:pt x="104028" y="120000"/>
                  </a:moveTo>
                  <a:lnTo>
                    <a:pt x="120000" y="88695"/>
                  </a:lnTo>
                  <a:lnTo>
                    <a:pt x="107747" y="0"/>
                  </a:lnTo>
                  <a:lnTo>
                    <a:pt x="0" y="120000"/>
                  </a:lnTo>
                  <a:lnTo>
                    <a:pt x="104028" y="120000"/>
                  </a:lnTo>
                  <a:lnTo>
                    <a:pt x="104028" y="12000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174" name="Google Shape;174;p76"/>
            <p:cNvSpPr/>
            <p:nvPr/>
          </p:nvSpPr>
          <p:spPr>
            <a:xfrm>
              <a:off x="6911975" y="6142037"/>
              <a:ext cx="2228850" cy="600075"/>
            </a:xfrm>
            <a:custGeom>
              <a:avLst/>
              <a:gdLst/>
              <a:ahLst/>
              <a:cxnLst/>
              <a:rect l="l" t="t" r="r" b="b"/>
              <a:pathLst>
                <a:path w="120000" h="120000" extrusionOk="0">
                  <a:moveTo>
                    <a:pt x="120000" y="40000"/>
                  </a:moveTo>
                  <a:lnTo>
                    <a:pt x="120000" y="0"/>
                  </a:lnTo>
                  <a:lnTo>
                    <a:pt x="0" y="55238"/>
                  </a:lnTo>
                  <a:lnTo>
                    <a:pt x="21950" y="120000"/>
                  </a:lnTo>
                  <a:lnTo>
                    <a:pt x="120000" y="40000"/>
                  </a:lnTo>
                  <a:lnTo>
                    <a:pt x="120000" y="40000"/>
                  </a:lnTo>
                  <a:close/>
                </a:path>
              </a:pathLst>
            </a:custGeom>
            <a:gradFill>
              <a:gsLst>
                <a:gs pos="0">
                  <a:schemeClr val="lt1"/>
                </a:gs>
                <a:gs pos="100000">
                  <a:srgbClr val="08089C"/>
                </a:gs>
              </a:gsLst>
              <a:lin ang="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175" name="Google Shape;175;p76"/>
            <p:cNvSpPr/>
            <p:nvPr/>
          </p:nvSpPr>
          <p:spPr>
            <a:xfrm>
              <a:off x="7985125" y="5002212"/>
              <a:ext cx="1155700" cy="381000"/>
            </a:xfrm>
            <a:custGeom>
              <a:avLst/>
              <a:gdLst/>
              <a:ahLst/>
              <a:cxnLst/>
              <a:rect l="l" t="t" r="r" b="b"/>
              <a:pathLst>
                <a:path w="120000" h="120000" extrusionOk="0">
                  <a:moveTo>
                    <a:pt x="120000" y="120000"/>
                  </a:moveTo>
                  <a:lnTo>
                    <a:pt x="0" y="0"/>
                  </a:lnTo>
                  <a:lnTo>
                    <a:pt x="0" y="3000"/>
                  </a:lnTo>
                  <a:lnTo>
                    <a:pt x="120000" y="120000"/>
                  </a:lnTo>
                  <a:lnTo>
                    <a:pt x="120000" y="12000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176" name="Google Shape;176;p76"/>
            <p:cNvSpPr/>
            <p:nvPr/>
          </p:nvSpPr>
          <p:spPr>
            <a:xfrm>
              <a:off x="0" y="2359025"/>
              <a:ext cx="7985125" cy="2652712"/>
            </a:xfrm>
            <a:custGeom>
              <a:avLst/>
              <a:gdLst/>
              <a:ahLst/>
              <a:cxnLst/>
              <a:rect l="l" t="t" r="r" b="b"/>
              <a:pathLst>
                <a:path w="120000" h="120000" extrusionOk="0">
                  <a:moveTo>
                    <a:pt x="0" y="5167"/>
                  </a:moveTo>
                  <a:lnTo>
                    <a:pt x="120000" y="119999"/>
                  </a:lnTo>
                  <a:lnTo>
                    <a:pt x="120000" y="119569"/>
                  </a:lnTo>
                  <a:lnTo>
                    <a:pt x="0" y="0"/>
                  </a:lnTo>
                  <a:lnTo>
                    <a:pt x="0" y="5167"/>
                  </a:lnTo>
                  <a:lnTo>
                    <a:pt x="0" y="5167"/>
                  </a:lnTo>
                  <a:close/>
                </a:path>
              </a:pathLst>
            </a:custGeom>
            <a:gradFill>
              <a:gsLst>
                <a:gs pos="0">
                  <a:srgbClr val="000053"/>
                </a:gs>
                <a:gs pos="100000">
                  <a:schemeClr val="lt1"/>
                </a:gs>
              </a:gsLst>
              <a:lin ang="27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177" name="Google Shape;177;p76"/>
            <p:cNvSpPr/>
            <p:nvPr/>
          </p:nvSpPr>
          <p:spPr>
            <a:xfrm>
              <a:off x="7985125" y="4840287"/>
              <a:ext cx="1155700" cy="504824"/>
            </a:xfrm>
            <a:custGeom>
              <a:avLst/>
              <a:gdLst/>
              <a:ahLst/>
              <a:cxnLst/>
              <a:rect l="l" t="t" r="r" b="b"/>
              <a:pathLst>
                <a:path w="120000" h="120000" extrusionOk="0">
                  <a:moveTo>
                    <a:pt x="120000" y="120000"/>
                  </a:moveTo>
                  <a:lnTo>
                    <a:pt x="120000" y="117735"/>
                  </a:lnTo>
                  <a:lnTo>
                    <a:pt x="0" y="0"/>
                  </a:lnTo>
                  <a:lnTo>
                    <a:pt x="0" y="20377"/>
                  </a:lnTo>
                  <a:lnTo>
                    <a:pt x="120000" y="120000"/>
                  </a:lnTo>
                  <a:lnTo>
                    <a:pt x="120000" y="120000"/>
                  </a:lnTo>
                  <a:close/>
                </a:path>
              </a:pathLst>
            </a:custGeom>
            <a:gradFill>
              <a:gsLst>
                <a:gs pos="0">
                  <a:schemeClr val="lt2"/>
                </a:gs>
                <a:gs pos="100000">
                  <a:schemeClr val="lt1"/>
                </a:gs>
              </a:gsLst>
              <a:lin ang="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178" name="Google Shape;178;p76"/>
            <p:cNvSpPr/>
            <p:nvPr/>
          </p:nvSpPr>
          <p:spPr>
            <a:xfrm>
              <a:off x="0" y="1454150"/>
              <a:ext cx="7985125" cy="3471862"/>
            </a:xfrm>
            <a:custGeom>
              <a:avLst/>
              <a:gdLst/>
              <a:ahLst/>
              <a:cxnLst/>
              <a:rect l="l" t="t" r="r" b="b"/>
              <a:pathLst>
                <a:path w="120000" h="120000" extrusionOk="0">
                  <a:moveTo>
                    <a:pt x="0" y="21718"/>
                  </a:moveTo>
                  <a:lnTo>
                    <a:pt x="120000" y="120000"/>
                  </a:lnTo>
                  <a:lnTo>
                    <a:pt x="120000" y="117038"/>
                  </a:lnTo>
                  <a:lnTo>
                    <a:pt x="0" y="0"/>
                  </a:lnTo>
                  <a:lnTo>
                    <a:pt x="0" y="21718"/>
                  </a:lnTo>
                  <a:lnTo>
                    <a:pt x="0" y="21718"/>
                  </a:lnTo>
                  <a:close/>
                </a:path>
              </a:pathLst>
            </a:custGeom>
            <a:gradFill>
              <a:gsLst>
                <a:gs pos="0">
                  <a:srgbClr val="000055"/>
                </a:gs>
                <a:gs pos="100000">
                  <a:schemeClr val="lt2"/>
                </a:gs>
              </a:gsLst>
              <a:lin ang="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179" name="Google Shape;179;p76"/>
            <p:cNvSpPr/>
            <p:nvPr/>
          </p:nvSpPr>
          <p:spPr>
            <a:xfrm>
              <a:off x="3641725" y="0"/>
              <a:ext cx="5014911" cy="4325937"/>
            </a:xfrm>
            <a:custGeom>
              <a:avLst/>
              <a:gdLst/>
              <a:ahLst/>
              <a:cxnLst/>
              <a:rect l="l" t="t" r="r" b="b"/>
              <a:pathLst>
                <a:path w="120000" h="120000" extrusionOk="0">
                  <a:moveTo>
                    <a:pt x="0" y="0"/>
                  </a:moveTo>
                  <a:lnTo>
                    <a:pt x="119317" y="119999"/>
                  </a:lnTo>
                  <a:lnTo>
                    <a:pt x="120000" y="118987"/>
                  </a:lnTo>
                  <a:lnTo>
                    <a:pt x="3869" y="0"/>
                  </a:lnTo>
                  <a:lnTo>
                    <a:pt x="0" y="0"/>
                  </a:lnTo>
                  <a:lnTo>
                    <a:pt x="0" y="0"/>
                  </a:lnTo>
                  <a:close/>
                </a:path>
              </a:pathLst>
            </a:custGeom>
            <a:gradFill>
              <a:gsLst>
                <a:gs pos="0">
                  <a:srgbClr val="00006B"/>
                </a:gs>
                <a:gs pos="100000">
                  <a:schemeClr val="lt1"/>
                </a:gs>
              </a:gsLst>
              <a:lin ang="27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180" name="Google Shape;180;p76"/>
            <p:cNvSpPr/>
            <p:nvPr/>
          </p:nvSpPr>
          <p:spPr>
            <a:xfrm>
              <a:off x="8628061" y="4289425"/>
              <a:ext cx="512762" cy="474661"/>
            </a:xfrm>
            <a:custGeom>
              <a:avLst/>
              <a:gdLst/>
              <a:ahLst/>
              <a:cxnLst/>
              <a:rect l="l" t="t" r="r" b="b"/>
              <a:pathLst>
                <a:path w="120000" h="120000" extrusionOk="0">
                  <a:moveTo>
                    <a:pt x="120000" y="120000"/>
                  </a:moveTo>
                  <a:lnTo>
                    <a:pt x="120000" y="105551"/>
                  </a:lnTo>
                  <a:lnTo>
                    <a:pt x="6687" y="0"/>
                  </a:lnTo>
                  <a:lnTo>
                    <a:pt x="0" y="9230"/>
                  </a:lnTo>
                  <a:lnTo>
                    <a:pt x="120000" y="120000"/>
                  </a:lnTo>
                  <a:lnTo>
                    <a:pt x="120000" y="120000"/>
                  </a:lnTo>
                  <a:close/>
                </a:path>
              </a:pathLst>
            </a:custGeom>
            <a:gradFill>
              <a:gsLst>
                <a:gs pos="0">
                  <a:schemeClr val="lt1"/>
                </a:gs>
                <a:gs pos="100000">
                  <a:srgbClr val="0F0F9F"/>
                </a:gs>
              </a:gsLst>
              <a:lin ang="27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181" name="Google Shape;181;p76"/>
            <p:cNvSpPr/>
            <p:nvPr/>
          </p:nvSpPr>
          <p:spPr>
            <a:xfrm>
              <a:off x="8694736" y="4108450"/>
              <a:ext cx="446086" cy="531811"/>
            </a:xfrm>
            <a:custGeom>
              <a:avLst/>
              <a:gdLst/>
              <a:ahLst/>
              <a:cxnLst/>
              <a:rect l="l" t="t" r="r" b="b"/>
              <a:pathLst>
                <a:path w="120000" h="120000" extrusionOk="0">
                  <a:moveTo>
                    <a:pt x="120000" y="120000"/>
                  </a:moveTo>
                  <a:lnTo>
                    <a:pt x="120000" y="61970"/>
                  </a:lnTo>
                  <a:lnTo>
                    <a:pt x="40996" y="0"/>
                  </a:lnTo>
                  <a:lnTo>
                    <a:pt x="0" y="32238"/>
                  </a:lnTo>
                  <a:lnTo>
                    <a:pt x="120000" y="120000"/>
                  </a:lnTo>
                  <a:lnTo>
                    <a:pt x="120000" y="12000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182" name="Google Shape;182;p76"/>
            <p:cNvSpPr/>
            <p:nvPr/>
          </p:nvSpPr>
          <p:spPr>
            <a:xfrm>
              <a:off x="3895725" y="0"/>
              <a:ext cx="4951411" cy="4251324"/>
            </a:xfrm>
            <a:custGeom>
              <a:avLst/>
              <a:gdLst/>
              <a:ahLst/>
              <a:cxnLst/>
              <a:rect l="l" t="t" r="r" b="b"/>
              <a:pathLst>
                <a:path w="120000" h="120000" extrusionOk="0">
                  <a:moveTo>
                    <a:pt x="0" y="0"/>
                  </a:moveTo>
                  <a:lnTo>
                    <a:pt x="116310" y="120000"/>
                  </a:lnTo>
                  <a:lnTo>
                    <a:pt x="120000" y="115970"/>
                  </a:lnTo>
                  <a:lnTo>
                    <a:pt x="14721" y="0"/>
                  </a:lnTo>
                  <a:lnTo>
                    <a:pt x="0" y="0"/>
                  </a:lnTo>
                  <a:lnTo>
                    <a:pt x="0" y="0"/>
                  </a:lnTo>
                  <a:close/>
                </a:path>
              </a:pathLst>
            </a:custGeom>
            <a:gradFill>
              <a:gsLst>
                <a:gs pos="0">
                  <a:srgbClr val="000047"/>
                </a:gs>
                <a:gs pos="100000">
                  <a:schemeClr val="lt1"/>
                </a:gs>
              </a:gsLst>
              <a:lin ang="27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183" name="Google Shape;183;p76"/>
            <p:cNvSpPr/>
            <p:nvPr/>
          </p:nvSpPr>
          <p:spPr>
            <a:xfrm>
              <a:off x="8931275" y="4022725"/>
              <a:ext cx="209549" cy="209549"/>
            </a:xfrm>
            <a:custGeom>
              <a:avLst/>
              <a:gdLst/>
              <a:ahLst/>
              <a:cxnLst/>
              <a:rect l="l" t="t" r="r" b="b"/>
              <a:pathLst>
                <a:path w="120000" h="120000" extrusionOk="0">
                  <a:moveTo>
                    <a:pt x="120000" y="120000"/>
                  </a:moveTo>
                  <a:lnTo>
                    <a:pt x="0" y="0"/>
                  </a:lnTo>
                  <a:lnTo>
                    <a:pt x="0" y="0"/>
                  </a:lnTo>
                  <a:lnTo>
                    <a:pt x="120000" y="120000"/>
                  </a:lnTo>
                  <a:lnTo>
                    <a:pt x="120000" y="120000"/>
                  </a:lnTo>
                  <a:close/>
                </a:path>
              </a:pathLst>
            </a:custGeom>
            <a:solidFill>
              <a:srgbClr val="FF9999"/>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184" name="Google Shape;184;p76"/>
            <p:cNvSpPr/>
            <p:nvPr/>
          </p:nvSpPr>
          <p:spPr>
            <a:xfrm>
              <a:off x="4940300" y="0"/>
              <a:ext cx="3990975" cy="4022724"/>
            </a:xfrm>
            <a:custGeom>
              <a:avLst/>
              <a:gdLst/>
              <a:ahLst/>
              <a:cxnLst/>
              <a:rect l="l" t="t" r="r" b="b"/>
              <a:pathLst>
                <a:path w="120000" h="120000" extrusionOk="0">
                  <a:moveTo>
                    <a:pt x="0" y="0"/>
                  </a:moveTo>
                  <a:lnTo>
                    <a:pt x="120000" y="120000"/>
                  </a:lnTo>
                  <a:lnTo>
                    <a:pt x="120000" y="120000"/>
                  </a:lnTo>
                  <a:lnTo>
                    <a:pt x="3146" y="0"/>
                  </a:lnTo>
                  <a:lnTo>
                    <a:pt x="0" y="0"/>
                  </a:lnTo>
                  <a:lnTo>
                    <a:pt x="0" y="0"/>
                  </a:lnTo>
                  <a:close/>
                </a:path>
              </a:pathLst>
            </a:custGeom>
            <a:gradFill>
              <a:gsLst>
                <a:gs pos="0">
                  <a:srgbClr val="00004F"/>
                </a:gs>
                <a:gs pos="100000">
                  <a:schemeClr val="lt1"/>
                </a:gs>
              </a:gsLst>
              <a:lin ang="27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185" name="Google Shape;185;p76"/>
            <p:cNvSpPr/>
            <p:nvPr/>
          </p:nvSpPr>
          <p:spPr>
            <a:xfrm>
              <a:off x="5537200" y="0"/>
              <a:ext cx="3489325" cy="3937000"/>
            </a:xfrm>
            <a:custGeom>
              <a:avLst/>
              <a:gdLst/>
              <a:ahLst/>
              <a:cxnLst/>
              <a:rect l="l" t="t" r="r" b="b"/>
              <a:pathLst>
                <a:path w="120000" h="120000" extrusionOk="0">
                  <a:moveTo>
                    <a:pt x="0" y="0"/>
                  </a:moveTo>
                  <a:lnTo>
                    <a:pt x="119345" y="120000"/>
                  </a:lnTo>
                  <a:lnTo>
                    <a:pt x="120000" y="119709"/>
                  </a:lnTo>
                  <a:lnTo>
                    <a:pt x="17290" y="0"/>
                  </a:lnTo>
                  <a:lnTo>
                    <a:pt x="0" y="0"/>
                  </a:lnTo>
                  <a:lnTo>
                    <a:pt x="0" y="0"/>
                  </a:lnTo>
                  <a:close/>
                </a:path>
              </a:pathLst>
            </a:custGeom>
            <a:gradFill>
              <a:gsLst>
                <a:gs pos="0">
                  <a:srgbClr val="000065"/>
                </a:gs>
                <a:gs pos="100000">
                  <a:schemeClr val="lt2"/>
                </a:gs>
              </a:gsLst>
              <a:lin ang="54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186" name="Google Shape;186;p76"/>
            <p:cNvSpPr/>
            <p:nvPr/>
          </p:nvSpPr>
          <p:spPr>
            <a:xfrm>
              <a:off x="9007475" y="3927475"/>
              <a:ext cx="133349" cy="152399"/>
            </a:xfrm>
            <a:custGeom>
              <a:avLst/>
              <a:gdLst/>
              <a:ahLst/>
              <a:cxnLst/>
              <a:rect l="l" t="t" r="r" b="b"/>
              <a:pathLst>
                <a:path w="120000" h="120000" extrusionOk="0">
                  <a:moveTo>
                    <a:pt x="120000" y="120000"/>
                  </a:moveTo>
                  <a:lnTo>
                    <a:pt x="120000" y="112500"/>
                  </a:lnTo>
                  <a:lnTo>
                    <a:pt x="17142" y="0"/>
                  </a:lnTo>
                  <a:lnTo>
                    <a:pt x="0" y="7500"/>
                  </a:lnTo>
                  <a:lnTo>
                    <a:pt x="120000" y="120000"/>
                  </a:lnTo>
                  <a:lnTo>
                    <a:pt x="120000" y="120000"/>
                  </a:lnTo>
                  <a:close/>
                </a:path>
              </a:pathLst>
            </a:custGeom>
            <a:gradFill>
              <a:gsLst>
                <a:gs pos="0">
                  <a:schemeClr val="lt1"/>
                </a:gs>
                <a:gs pos="100000">
                  <a:srgbClr val="1717A2"/>
                </a:gs>
              </a:gsLst>
              <a:lin ang="27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187" name="Google Shape;187;p76"/>
            <p:cNvSpPr/>
            <p:nvPr/>
          </p:nvSpPr>
          <p:spPr>
            <a:xfrm>
              <a:off x="8894761" y="1349375"/>
              <a:ext cx="246062" cy="819150"/>
            </a:xfrm>
            <a:custGeom>
              <a:avLst/>
              <a:gdLst/>
              <a:ahLst/>
              <a:cxnLst/>
              <a:rect l="l" t="t" r="r" b="b"/>
              <a:pathLst>
                <a:path w="120000" h="120000" extrusionOk="0">
                  <a:moveTo>
                    <a:pt x="120000" y="120000"/>
                  </a:moveTo>
                  <a:lnTo>
                    <a:pt x="120000" y="47441"/>
                  </a:lnTo>
                  <a:lnTo>
                    <a:pt x="59612" y="0"/>
                  </a:lnTo>
                  <a:lnTo>
                    <a:pt x="0" y="44651"/>
                  </a:lnTo>
                  <a:lnTo>
                    <a:pt x="120000" y="120000"/>
                  </a:lnTo>
                  <a:lnTo>
                    <a:pt x="120000" y="120000"/>
                  </a:ln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188" name="Google Shape;188;p76"/>
            <p:cNvSpPr/>
            <p:nvPr/>
          </p:nvSpPr>
          <p:spPr>
            <a:xfrm>
              <a:off x="8107361" y="0"/>
              <a:ext cx="909637" cy="1654174"/>
            </a:xfrm>
            <a:custGeom>
              <a:avLst/>
              <a:gdLst/>
              <a:ahLst/>
              <a:cxnLst/>
              <a:rect l="l" t="t" r="r" b="b"/>
              <a:pathLst>
                <a:path w="120000" h="120000" extrusionOk="0">
                  <a:moveTo>
                    <a:pt x="0" y="0"/>
                  </a:moveTo>
                  <a:lnTo>
                    <a:pt x="103902" y="120000"/>
                  </a:lnTo>
                  <a:lnTo>
                    <a:pt x="120000" y="97909"/>
                  </a:lnTo>
                  <a:lnTo>
                    <a:pt x="52473" y="0"/>
                  </a:lnTo>
                  <a:lnTo>
                    <a:pt x="0" y="0"/>
                  </a:lnTo>
                  <a:lnTo>
                    <a:pt x="0" y="0"/>
                  </a:lnTo>
                  <a:close/>
                </a:path>
              </a:pathLst>
            </a:custGeom>
            <a:gradFill>
              <a:gsLst>
                <a:gs pos="0">
                  <a:srgbClr val="000055"/>
                </a:gs>
                <a:gs pos="100000">
                  <a:schemeClr val="lt2"/>
                </a:gs>
              </a:gsLst>
              <a:lin ang="54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189" name="Google Shape;189;p76"/>
            <p:cNvSpPr/>
            <p:nvPr/>
          </p:nvSpPr>
          <p:spPr>
            <a:xfrm>
              <a:off x="8589961" y="0"/>
              <a:ext cx="541337" cy="1263650"/>
            </a:xfrm>
            <a:custGeom>
              <a:avLst/>
              <a:gdLst/>
              <a:ahLst/>
              <a:cxnLst/>
              <a:rect l="l" t="t" r="r" b="b"/>
              <a:pathLst>
                <a:path w="120000" h="120000" extrusionOk="0">
                  <a:moveTo>
                    <a:pt x="50674" y="0"/>
                  </a:moveTo>
                  <a:lnTo>
                    <a:pt x="0" y="0"/>
                  </a:lnTo>
                  <a:lnTo>
                    <a:pt x="100997" y="120000"/>
                  </a:lnTo>
                  <a:lnTo>
                    <a:pt x="119999" y="98318"/>
                  </a:lnTo>
                  <a:lnTo>
                    <a:pt x="50674" y="0"/>
                  </a:lnTo>
                  <a:lnTo>
                    <a:pt x="50674" y="0"/>
                  </a:lnTo>
                  <a:close/>
                </a:path>
              </a:pathLst>
            </a:custGeom>
            <a:gradFill>
              <a:gsLst>
                <a:gs pos="0">
                  <a:srgbClr val="000059"/>
                </a:gs>
                <a:gs pos="100000">
                  <a:schemeClr val="lt2"/>
                </a:gs>
              </a:gsLst>
              <a:lin ang="54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190" name="Google Shape;190;p76"/>
            <p:cNvSpPr/>
            <p:nvPr/>
          </p:nvSpPr>
          <p:spPr>
            <a:xfrm>
              <a:off x="9045575" y="1036637"/>
              <a:ext cx="95250" cy="493711"/>
            </a:xfrm>
            <a:custGeom>
              <a:avLst/>
              <a:gdLst/>
              <a:ahLst/>
              <a:cxnLst/>
              <a:rect l="l" t="t" r="r" b="b"/>
              <a:pathLst>
                <a:path w="120000" h="120000" extrusionOk="0">
                  <a:moveTo>
                    <a:pt x="0" y="55384"/>
                  </a:moveTo>
                  <a:lnTo>
                    <a:pt x="120000" y="120000"/>
                  </a:lnTo>
                  <a:lnTo>
                    <a:pt x="120000" y="2307"/>
                  </a:lnTo>
                  <a:lnTo>
                    <a:pt x="108000" y="0"/>
                  </a:lnTo>
                  <a:lnTo>
                    <a:pt x="0" y="55384"/>
                  </a:lnTo>
                  <a:lnTo>
                    <a:pt x="0" y="55384"/>
                  </a:ln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191" name="Google Shape;191;p76"/>
            <p:cNvSpPr/>
            <p:nvPr/>
          </p:nvSpPr>
          <p:spPr>
            <a:xfrm>
              <a:off x="3175" y="2541586"/>
              <a:ext cx="9131300" cy="2959100"/>
            </a:xfrm>
            <a:custGeom>
              <a:avLst/>
              <a:gdLst/>
              <a:ahLst/>
              <a:cxnLst/>
              <a:rect l="l" t="t" r="r" b="b"/>
              <a:pathLst>
                <a:path w="120000" h="120000" extrusionOk="0">
                  <a:moveTo>
                    <a:pt x="0" y="23884"/>
                  </a:moveTo>
                  <a:lnTo>
                    <a:pt x="120000" y="120000"/>
                  </a:lnTo>
                  <a:lnTo>
                    <a:pt x="120000" y="118068"/>
                  </a:lnTo>
                  <a:lnTo>
                    <a:pt x="0" y="0"/>
                  </a:lnTo>
                  <a:lnTo>
                    <a:pt x="0" y="23884"/>
                  </a:lnTo>
                  <a:lnTo>
                    <a:pt x="0" y="23884"/>
                  </a:lnTo>
                  <a:close/>
                </a:path>
              </a:pathLst>
            </a:custGeom>
            <a:gradFill>
              <a:gsLst>
                <a:gs pos="0">
                  <a:srgbClr val="000061"/>
                </a:gs>
                <a:gs pos="100000">
                  <a:schemeClr val="lt1"/>
                </a:gs>
              </a:gsLst>
              <a:lin ang="27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192" name="Google Shape;192;p76"/>
            <p:cNvSpPr/>
            <p:nvPr/>
          </p:nvSpPr>
          <p:spPr>
            <a:xfrm>
              <a:off x="9134475" y="5529262"/>
              <a:ext cx="9524" cy="9524"/>
            </a:xfrm>
            <a:custGeom>
              <a:avLst/>
              <a:gdLst/>
              <a:ahLst/>
              <a:cxnLst/>
              <a:rect l="l" t="t" r="r" b="b"/>
              <a:pathLst>
                <a:path w="120000" h="120000" extrusionOk="0">
                  <a:moveTo>
                    <a:pt x="120000" y="120000"/>
                  </a:moveTo>
                  <a:lnTo>
                    <a:pt x="0" y="0"/>
                  </a:lnTo>
                  <a:lnTo>
                    <a:pt x="0" y="120000"/>
                  </a:lnTo>
                  <a:lnTo>
                    <a:pt x="120000" y="120000"/>
                  </a:lnTo>
                  <a:lnTo>
                    <a:pt x="120000" y="120000"/>
                  </a:lnTo>
                  <a:close/>
                </a:path>
              </a:pathLst>
            </a:custGeom>
            <a:solidFill>
              <a:srgbClr val="18FF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193" name="Google Shape;193;p76"/>
            <p:cNvSpPr/>
            <p:nvPr/>
          </p:nvSpPr>
          <p:spPr>
            <a:xfrm>
              <a:off x="3175" y="3416300"/>
              <a:ext cx="9131300" cy="2122487"/>
            </a:xfrm>
            <a:custGeom>
              <a:avLst/>
              <a:gdLst/>
              <a:ahLst/>
              <a:cxnLst/>
              <a:rect l="l" t="t" r="r" b="b"/>
              <a:pathLst>
                <a:path w="120000" h="120000" extrusionOk="0">
                  <a:moveTo>
                    <a:pt x="0" y="32849"/>
                  </a:moveTo>
                  <a:lnTo>
                    <a:pt x="120000" y="120000"/>
                  </a:lnTo>
                  <a:lnTo>
                    <a:pt x="120000" y="119461"/>
                  </a:lnTo>
                  <a:lnTo>
                    <a:pt x="0" y="0"/>
                  </a:lnTo>
                  <a:lnTo>
                    <a:pt x="0" y="32849"/>
                  </a:lnTo>
                  <a:lnTo>
                    <a:pt x="0" y="32849"/>
                  </a:lnTo>
                  <a:close/>
                </a:path>
              </a:pathLst>
            </a:custGeom>
            <a:gradFill>
              <a:gsLst>
                <a:gs pos="0">
                  <a:srgbClr val="00005D"/>
                </a:gs>
                <a:gs pos="100000">
                  <a:schemeClr val="lt1"/>
                </a:gs>
              </a:gsLst>
              <a:lin ang="27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194" name="Google Shape;194;p76"/>
            <p:cNvSpPr/>
            <p:nvPr/>
          </p:nvSpPr>
          <p:spPr>
            <a:xfrm>
              <a:off x="3175" y="5043487"/>
              <a:ext cx="9131300" cy="657224"/>
            </a:xfrm>
            <a:custGeom>
              <a:avLst/>
              <a:gdLst/>
              <a:ahLst/>
              <a:cxnLst/>
              <a:rect l="l" t="t" r="r" b="b"/>
              <a:pathLst>
                <a:path w="120000" h="120000" extrusionOk="0">
                  <a:moveTo>
                    <a:pt x="0" y="13913"/>
                  </a:moveTo>
                  <a:lnTo>
                    <a:pt x="120000" y="120000"/>
                  </a:lnTo>
                  <a:lnTo>
                    <a:pt x="120000" y="116521"/>
                  </a:lnTo>
                  <a:lnTo>
                    <a:pt x="0" y="0"/>
                  </a:lnTo>
                  <a:lnTo>
                    <a:pt x="0" y="13913"/>
                  </a:lnTo>
                  <a:lnTo>
                    <a:pt x="0" y="13913"/>
                  </a:lnTo>
                  <a:close/>
                </a:path>
              </a:pathLst>
            </a:custGeom>
            <a:gradFill>
              <a:gsLst>
                <a:gs pos="0">
                  <a:srgbClr val="000082"/>
                </a:gs>
                <a:gs pos="100000">
                  <a:schemeClr val="lt1"/>
                </a:gs>
              </a:gsLst>
              <a:lin ang="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195" name="Google Shape;195;p76"/>
            <p:cNvSpPr/>
            <p:nvPr/>
          </p:nvSpPr>
          <p:spPr>
            <a:xfrm>
              <a:off x="2058986" y="0"/>
              <a:ext cx="7075487" cy="5043487"/>
            </a:xfrm>
            <a:custGeom>
              <a:avLst/>
              <a:gdLst/>
              <a:ahLst/>
              <a:cxnLst/>
              <a:rect l="l" t="t" r="r" b="b"/>
              <a:pathLst>
                <a:path w="120000" h="120000" extrusionOk="0">
                  <a:moveTo>
                    <a:pt x="0" y="0"/>
                  </a:moveTo>
                  <a:lnTo>
                    <a:pt x="120000" y="119999"/>
                  </a:lnTo>
                  <a:lnTo>
                    <a:pt x="120000" y="119093"/>
                  </a:lnTo>
                  <a:lnTo>
                    <a:pt x="3372" y="0"/>
                  </a:lnTo>
                  <a:lnTo>
                    <a:pt x="0" y="0"/>
                  </a:lnTo>
                  <a:lnTo>
                    <a:pt x="0" y="0"/>
                  </a:lnTo>
                  <a:close/>
                </a:path>
              </a:pathLst>
            </a:custGeom>
            <a:gradFill>
              <a:gsLst>
                <a:gs pos="0">
                  <a:srgbClr val="00004A"/>
                </a:gs>
                <a:gs pos="100000">
                  <a:schemeClr val="lt1"/>
                </a:gs>
              </a:gsLst>
              <a:lin ang="27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196" name="Google Shape;196;p76"/>
            <p:cNvSpPr/>
            <p:nvPr/>
          </p:nvSpPr>
          <p:spPr>
            <a:xfrm>
              <a:off x="5272087" y="0"/>
              <a:ext cx="3862387" cy="4149724"/>
            </a:xfrm>
            <a:custGeom>
              <a:avLst/>
              <a:gdLst/>
              <a:ahLst/>
              <a:cxnLst/>
              <a:rect l="l" t="t" r="r" b="b"/>
              <a:pathLst>
                <a:path w="120000" h="120000" extrusionOk="0">
                  <a:moveTo>
                    <a:pt x="0" y="0"/>
                  </a:moveTo>
                  <a:lnTo>
                    <a:pt x="119999" y="120000"/>
                  </a:lnTo>
                  <a:lnTo>
                    <a:pt x="119999" y="119724"/>
                  </a:lnTo>
                  <a:lnTo>
                    <a:pt x="3261" y="0"/>
                  </a:lnTo>
                  <a:lnTo>
                    <a:pt x="0" y="0"/>
                  </a:lnTo>
                  <a:lnTo>
                    <a:pt x="0" y="0"/>
                  </a:lnTo>
                  <a:close/>
                </a:path>
              </a:pathLst>
            </a:custGeom>
            <a:gradFill>
              <a:gsLst>
                <a:gs pos="0">
                  <a:srgbClr val="000082"/>
                </a:gs>
                <a:gs pos="100000">
                  <a:schemeClr val="lt1"/>
                </a:gs>
              </a:gsLst>
              <a:lin ang="27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197" name="Google Shape;197;p76"/>
            <p:cNvSpPr/>
            <p:nvPr/>
          </p:nvSpPr>
          <p:spPr>
            <a:xfrm>
              <a:off x="6270625" y="0"/>
              <a:ext cx="2863849" cy="3911599"/>
            </a:xfrm>
            <a:custGeom>
              <a:avLst/>
              <a:gdLst/>
              <a:ahLst/>
              <a:cxnLst/>
              <a:rect l="l" t="t" r="r" b="b"/>
              <a:pathLst>
                <a:path w="120000" h="120000" extrusionOk="0">
                  <a:moveTo>
                    <a:pt x="32333" y="0"/>
                  </a:moveTo>
                  <a:lnTo>
                    <a:pt x="0" y="0"/>
                  </a:lnTo>
                  <a:lnTo>
                    <a:pt x="120000" y="120000"/>
                  </a:lnTo>
                  <a:lnTo>
                    <a:pt x="120000" y="109480"/>
                  </a:lnTo>
                  <a:lnTo>
                    <a:pt x="119600" y="109480"/>
                  </a:lnTo>
                  <a:lnTo>
                    <a:pt x="32333" y="0"/>
                  </a:lnTo>
                  <a:lnTo>
                    <a:pt x="32333" y="0"/>
                  </a:lnTo>
                  <a:close/>
                </a:path>
              </a:pathLst>
            </a:custGeom>
            <a:gradFill>
              <a:gsLst>
                <a:gs pos="0">
                  <a:srgbClr val="000065"/>
                </a:gs>
                <a:gs pos="100000">
                  <a:schemeClr val="lt2"/>
                </a:gs>
              </a:gsLst>
              <a:lin ang="54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198" name="Google Shape;198;p76"/>
            <p:cNvSpPr/>
            <p:nvPr/>
          </p:nvSpPr>
          <p:spPr>
            <a:xfrm>
              <a:off x="7173911" y="0"/>
              <a:ext cx="1960561" cy="3292474"/>
            </a:xfrm>
            <a:custGeom>
              <a:avLst/>
              <a:gdLst/>
              <a:ahLst/>
              <a:cxnLst/>
              <a:rect l="l" t="t" r="r" b="b"/>
              <a:pathLst>
                <a:path w="120000" h="120000" extrusionOk="0">
                  <a:moveTo>
                    <a:pt x="0" y="0"/>
                  </a:moveTo>
                  <a:lnTo>
                    <a:pt x="120000" y="120000"/>
                  </a:lnTo>
                  <a:lnTo>
                    <a:pt x="120000" y="117917"/>
                  </a:lnTo>
                  <a:lnTo>
                    <a:pt x="4090" y="0"/>
                  </a:lnTo>
                  <a:lnTo>
                    <a:pt x="0" y="0"/>
                  </a:lnTo>
                  <a:lnTo>
                    <a:pt x="0" y="0"/>
                  </a:lnTo>
                  <a:close/>
                </a:path>
              </a:pathLst>
            </a:custGeom>
            <a:gradFill>
              <a:gsLst>
                <a:gs pos="0">
                  <a:srgbClr val="000058"/>
                </a:gs>
                <a:gs pos="100000">
                  <a:schemeClr val="lt1"/>
                </a:gs>
              </a:gsLst>
              <a:lin ang="27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199" name="Google Shape;199;p76"/>
            <p:cNvSpPr/>
            <p:nvPr/>
          </p:nvSpPr>
          <p:spPr>
            <a:xfrm>
              <a:off x="7451725" y="0"/>
              <a:ext cx="1682749" cy="3073399"/>
            </a:xfrm>
            <a:custGeom>
              <a:avLst/>
              <a:gdLst/>
              <a:ahLst/>
              <a:cxnLst/>
              <a:rect l="l" t="t" r="r" b="b"/>
              <a:pathLst>
                <a:path w="120000" h="120000" extrusionOk="0">
                  <a:moveTo>
                    <a:pt x="0" y="0"/>
                  </a:moveTo>
                  <a:lnTo>
                    <a:pt x="120000" y="120000"/>
                  </a:lnTo>
                  <a:lnTo>
                    <a:pt x="120000" y="119628"/>
                  </a:lnTo>
                  <a:lnTo>
                    <a:pt x="6124" y="0"/>
                  </a:lnTo>
                  <a:lnTo>
                    <a:pt x="0" y="0"/>
                  </a:lnTo>
                  <a:lnTo>
                    <a:pt x="0" y="0"/>
                  </a:lnTo>
                  <a:close/>
                </a:path>
              </a:pathLst>
            </a:custGeom>
            <a:gradFill>
              <a:gsLst>
                <a:gs pos="0">
                  <a:srgbClr val="00006F"/>
                </a:gs>
                <a:gs pos="100000">
                  <a:schemeClr val="lt1"/>
                </a:gs>
              </a:gsLst>
              <a:lin ang="27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200" name="Google Shape;200;p76"/>
            <p:cNvSpPr/>
            <p:nvPr/>
          </p:nvSpPr>
          <p:spPr>
            <a:xfrm>
              <a:off x="7907336" y="0"/>
              <a:ext cx="1227136" cy="2360611"/>
            </a:xfrm>
            <a:custGeom>
              <a:avLst/>
              <a:gdLst/>
              <a:ahLst/>
              <a:cxnLst/>
              <a:rect l="l" t="t" r="r" b="b"/>
              <a:pathLst>
                <a:path w="120000" h="120000" extrusionOk="0">
                  <a:moveTo>
                    <a:pt x="119999" y="115642"/>
                  </a:moveTo>
                  <a:lnTo>
                    <a:pt x="6536" y="0"/>
                  </a:lnTo>
                  <a:lnTo>
                    <a:pt x="0" y="0"/>
                  </a:lnTo>
                  <a:lnTo>
                    <a:pt x="119999" y="120000"/>
                  </a:lnTo>
                  <a:lnTo>
                    <a:pt x="119999" y="115642"/>
                  </a:lnTo>
                  <a:lnTo>
                    <a:pt x="119999" y="115642"/>
                  </a:lnTo>
                  <a:close/>
                </a:path>
              </a:pathLst>
            </a:custGeom>
            <a:gradFill>
              <a:gsLst>
                <a:gs pos="0">
                  <a:srgbClr val="000079"/>
                </a:gs>
                <a:gs pos="100000">
                  <a:schemeClr val="lt1"/>
                </a:gs>
              </a:gsLst>
              <a:lin ang="27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grpSp>
          <p:nvGrpSpPr>
            <p:cNvPr id="201" name="Google Shape;201;p76"/>
            <p:cNvGrpSpPr/>
            <p:nvPr/>
          </p:nvGrpSpPr>
          <p:grpSpPr>
            <a:xfrm>
              <a:off x="0" y="2590800"/>
              <a:ext cx="9140824" cy="2949574"/>
              <a:chOff x="0" y="2590800"/>
              <a:chExt cx="9140824" cy="2949574"/>
            </a:xfrm>
          </p:grpSpPr>
          <p:sp>
            <p:nvSpPr>
              <p:cNvPr id="202" name="Google Shape;202;p76"/>
              <p:cNvSpPr/>
              <p:nvPr/>
            </p:nvSpPr>
            <p:spPr>
              <a:xfrm>
                <a:off x="0" y="2590800"/>
                <a:ext cx="5826124" cy="2084387"/>
              </a:xfrm>
              <a:custGeom>
                <a:avLst/>
                <a:gdLst/>
                <a:ahLst/>
                <a:cxnLst/>
                <a:rect l="l" t="t" r="r" b="b"/>
                <a:pathLst>
                  <a:path w="120000" h="120000" extrusionOk="0">
                    <a:moveTo>
                      <a:pt x="0" y="0"/>
                    </a:moveTo>
                    <a:lnTo>
                      <a:pt x="0" y="33450"/>
                    </a:lnTo>
                    <a:lnTo>
                      <a:pt x="119212" y="120000"/>
                    </a:lnTo>
                    <a:lnTo>
                      <a:pt x="119606" y="112871"/>
                    </a:lnTo>
                    <a:lnTo>
                      <a:pt x="120000" y="106290"/>
                    </a:lnTo>
                    <a:lnTo>
                      <a:pt x="0" y="0"/>
                    </a:lnTo>
                    <a:lnTo>
                      <a:pt x="0" y="0"/>
                    </a:lnTo>
                    <a:close/>
                  </a:path>
                </a:pathLst>
              </a:custGeom>
              <a:gradFill>
                <a:gsLst>
                  <a:gs pos="0">
                    <a:srgbClr val="00006F"/>
                  </a:gs>
                  <a:gs pos="100000">
                    <a:schemeClr val="lt1"/>
                  </a:gs>
                </a:gsLst>
                <a:lin ang="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203" name="Google Shape;203;p76"/>
              <p:cNvSpPr/>
              <p:nvPr/>
            </p:nvSpPr>
            <p:spPr>
              <a:xfrm>
                <a:off x="5788025" y="4437062"/>
                <a:ext cx="3352799" cy="1103312"/>
              </a:xfrm>
              <a:custGeom>
                <a:avLst/>
                <a:gdLst/>
                <a:ahLst/>
                <a:cxnLst/>
                <a:rect l="l" t="t" r="r" b="b"/>
                <a:pathLst>
                  <a:path w="120000" h="120000" extrusionOk="0">
                    <a:moveTo>
                      <a:pt x="120000" y="114820"/>
                    </a:moveTo>
                    <a:lnTo>
                      <a:pt x="1368" y="0"/>
                    </a:lnTo>
                    <a:lnTo>
                      <a:pt x="684" y="12431"/>
                    </a:lnTo>
                    <a:lnTo>
                      <a:pt x="0" y="25899"/>
                    </a:lnTo>
                    <a:lnTo>
                      <a:pt x="120000" y="120000"/>
                    </a:lnTo>
                    <a:lnTo>
                      <a:pt x="120000" y="114820"/>
                    </a:lnTo>
                    <a:lnTo>
                      <a:pt x="120000" y="114820"/>
                    </a:lnTo>
                    <a:close/>
                  </a:path>
                </a:pathLst>
              </a:custGeom>
              <a:gradFill>
                <a:gsLst>
                  <a:gs pos="0">
                    <a:schemeClr val="lt1"/>
                  </a:gs>
                  <a:gs pos="100000">
                    <a:srgbClr val="1717A2"/>
                  </a:gs>
                </a:gsLst>
                <a:lin ang="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grpSp>
      </p:grpSp>
      <p:sp>
        <p:nvSpPr>
          <p:cNvPr id="204" name="Google Shape;204;p76"/>
          <p:cNvSpPr txBox="1">
            <a:spLocks noGrp="1"/>
          </p:cNvSpPr>
          <p:nvPr>
            <p:ph type="title"/>
          </p:nvPr>
        </p:nvSpPr>
        <p:spPr>
          <a:xfrm>
            <a:off x="457200" y="277812"/>
            <a:ext cx="8229600" cy="1143000"/>
          </a:xfrm>
          <a:prstGeom prst="rect">
            <a:avLst/>
          </a:prstGeom>
          <a:noFill/>
          <a:ln>
            <a:noFill/>
          </a:ln>
        </p:spPr>
        <p:txBody>
          <a:bodyPr spcFirstLastPara="1" wrap="square" lIns="91425" tIns="91425" rIns="91425" bIns="91425" anchor="ctr" anchorCtr="0">
            <a:no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05" name="Google Shape;205;p76"/>
          <p:cNvSpPr txBox="1">
            <a:spLocks noGrp="1"/>
          </p:cNvSpPr>
          <p:nvPr>
            <p:ph type="body" idx="1"/>
          </p:nvPr>
        </p:nvSpPr>
        <p:spPr>
          <a:xfrm>
            <a:off x="457200" y="1600200"/>
            <a:ext cx="8229600" cy="4530725"/>
          </a:xfrm>
          <a:prstGeom prst="rect">
            <a:avLst/>
          </a:prstGeom>
          <a:noFill/>
          <a:ln>
            <a:noFill/>
          </a:ln>
        </p:spPr>
        <p:txBody>
          <a:bodyPr spcFirstLastPara="1" wrap="square" lIns="91425" tIns="91425" rIns="91425" bIns="91425"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206" name="Google Shape;206;p76"/>
          <p:cNvSpPr txBox="1">
            <a:spLocks noGrp="1"/>
          </p:cNvSpPr>
          <p:nvPr>
            <p:ph type="dt" idx="10"/>
          </p:nvPr>
        </p:nvSpPr>
        <p:spPr>
          <a:xfrm>
            <a:off x="457200" y="6243637"/>
            <a:ext cx="2133600" cy="457200"/>
          </a:xfrm>
          <a:prstGeom prst="rect">
            <a:avLst/>
          </a:prstGeom>
          <a:noFill/>
          <a:ln>
            <a:noFill/>
          </a:ln>
        </p:spPr>
        <p:txBody>
          <a:bodyPr spcFirstLastPara="1" wrap="square" lIns="91425" tIns="91425" rIns="91425" bIns="91425" anchor="b" anchorCtr="0">
            <a:noAutofit/>
          </a:bodyPr>
          <a:lstStyle>
            <a:lvl1pPr marR="0" lvl="0" algn="l" rtl="0">
              <a:lnSpc>
                <a:spcPct val="100000"/>
              </a:lnSpc>
              <a:spcBef>
                <a:spcPts val="0"/>
              </a:spcBef>
              <a:spcAft>
                <a:spcPts val="0"/>
              </a:spcAft>
              <a:buSzPts val="1400"/>
              <a:buNone/>
              <a:defRPr sz="1400" b="0" i="0" u="none">
                <a:solidFill>
                  <a:srgbClr val="000000"/>
                </a:solidFill>
                <a:latin typeface="Arial"/>
                <a:ea typeface="Arial"/>
                <a:cs typeface="Arial"/>
                <a:sym typeface="Arial"/>
              </a:defRPr>
            </a:lvl1pPr>
            <a:lvl2pPr marR="0" lvl="1"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
        <p:nvSpPr>
          <p:cNvPr id="207" name="Google Shape;207;p76"/>
          <p:cNvSpPr txBox="1">
            <a:spLocks noGrp="1"/>
          </p:cNvSpPr>
          <p:nvPr>
            <p:ph type="ftr" idx="11"/>
          </p:nvPr>
        </p:nvSpPr>
        <p:spPr>
          <a:xfrm>
            <a:off x="3124200" y="6248400"/>
            <a:ext cx="2895600" cy="457200"/>
          </a:xfrm>
          <a:prstGeom prst="rect">
            <a:avLst/>
          </a:prstGeom>
          <a:noFill/>
          <a:ln>
            <a:noFill/>
          </a:ln>
        </p:spPr>
        <p:txBody>
          <a:bodyPr spcFirstLastPara="1" wrap="square" lIns="91425" tIns="91425" rIns="91425" bIns="91425" anchor="b" anchorCtr="0">
            <a:noAutofit/>
          </a:bodyPr>
          <a:lstStyle>
            <a:lvl1pPr marR="0" lvl="0" algn="l" rtl="0">
              <a:lnSpc>
                <a:spcPct val="100000"/>
              </a:lnSpc>
              <a:spcBef>
                <a:spcPts val="0"/>
              </a:spcBef>
              <a:spcAft>
                <a:spcPts val="0"/>
              </a:spcAft>
              <a:buSzPts val="1400"/>
              <a:buNone/>
              <a:defRPr sz="1400" b="0" i="0" u="none">
                <a:solidFill>
                  <a:srgbClr val="000000"/>
                </a:solidFill>
                <a:latin typeface="Arial"/>
                <a:ea typeface="Arial"/>
                <a:cs typeface="Arial"/>
                <a:sym typeface="Arial"/>
              </a:defRPr>
            </a:lvl1pPr>
            <a:lvl2pPr marR="0" lvl="1"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
        <p:nvSpPr>
          <p:cNvPr id="208" name="Google Shape;208;p76"/>
          <p:cNvSpPr txBox="1">
            <a:spLocks noGrp="1"/>
          </p:cNvSpPr>
          <p:nvPr>
            <p:ph type="sldNum" idx="12"/>
          </p:nvPr>
        </p:nvSpPr>
        <p:spPr>
          <a:xfrm>
            <a:off x="6553200" y="6243637"/>
            <a:ext cx="2133600" cy="457200"/>
          </a:xfrm>
          <a:prstGeom prst="rect">
            <a:avLst/>
          </a:prstGeom>
          <a:noFill/>
          <a:ln>
            <a:noFill/>
          </a:ln>
        </p:spPr>
        <p:txBody>
          <a:bodyPr spcFirstLastPara="1" wrap="square" lIns="91425" tIns="45700" rIns="91425" bIns="45700" anchor="b" anchorCtr="0">
            <a:noAutofit/>
          </a:bodyPr>
          <a:lstStyle>
            <a:lvl1pPr marL="0" marR="0" lvl="0" indent="0" algn="r" rtl="0">
              <a:lnSpc>
                <a:spcPct val="100000"/>
              </a:lnSpc>
              <a:spcBef>
                <a:spcPts val="0"/>
              </a:spcBef>
              <a:spcAft>
                <a:spcPts val="0"/>
              </a:spcAft>
              <a:buClr>
                <a:srgbClr val="FFFFFF"/>
              </a:buClr>
              <a:buSzPts val="1200"/>
              <a:buFont typeface="Arial"/>
              <a:buNone/>
              <a:defRPr sz="1200" b="0" i="0" u="none">
                <a:solidFill>
                  <a:srgbClr val="FFFFFF"/>
                </a:solidFill>
                <a:latin typeface="Arial"/>
                <a:ea typeface="Arial"/>
                <a:cs typeface="Arial"/>
                <a:sym typeface="Arial"/>
              </a:defRPr>
            </a:lvl1pPr>
            <a:lvl2pPr marL="0" marR="0" lvl="1" indent="0" algn="r" rtl="0">
              <a:lnSpc>
                <a:spcPct val="100000"/>
              </a:lnSpc>
              <a:spcBef>
                <a:spcPts val="0"/>
              </a:spcBef>
              <a:spcAft>
                <a:spcPts val="0"/>
              </a:spcAft>
              <a:buClr>
                <a:srgbClr val="FFFFFF"/>
              </a:buClr>
              <a:buSzPts val="1200"/>
              <a:buFont typeface="Arial"/>
              <a:buNone/>
              <a:defRPr sz="1200" b="0" i="0" u="none">
                <a:solidFill>
                  <a:srgbClr val="FFFFFF"/>
                </a:solidFill>
                <a:latin typeface="Arial"/>
                <a:ea typeface="Arial"/>
                <a:cs typeface="Arial"/>
                <a:sym typeface="Arial"/>
              </a:defRPr>
            </a:lvl2pPr>
            <a:lvl3pPr marL="0" marR="0" lvl="2" indent="0" algn="r" rtl="0">
              <a:lnSpc>
                <a:spcPct val="100000"/>
              </a:lnSpc>
              <a:spcBef>
                <a:spcPts val="0"/>
              </a:spcBef>
              <a:spcAft>
                <a:spcPts val="0"/>
              </a:spcAft>
              <a:buClr>
                <a:srgbClr val="FFFFFF"/>
              </a:buClr>
              <a:buSzPts val="1200"/>
              <a:buFont typeface="Arial"/>
              <a:buNone/>
              <a:defRPr sz="1200" b="0" i="0" u="none">
                <a:solidFill>
                  <a:srgbClr val="FFFFFF"/>
                </a:solidFill>
                <a:latin typeface="Arial"/>
                <a:ea typeface="Arial"/>
                <a:cs typeface="Arial"/>
                <a:sym typeface="Arial"/>
              </a:defRPr>
            </a:lvl3pPr>
            <a:lvl4pPr marL="0" marR="0" lvl="3" indent="0" algn="r" rtl="0">
              <a:lnSpc>
                <a:spcPct val="100000"/>
              </a:lnSpc>
              <a:spcBef>
                <a:spcPts val="0"/>
              </a:spcBef>
              <a:spcAft>
                <a:spcPts val="0"/>
              </a:spcAft>
              <a:buClr>
                <a:srgbClr val="FFFFFF"/>
              </a:buClr>
              <a:buSzPts val="1200"/>
              <a:buFont typeface="Arial"/>
              <a:buNone/>
              <a:defRPr sz="1200" b="0" i="0" u="none">
                <a:solidFill>
                  <a:srgbClr val="FFFFFF"/>
                </a:solidFill>
                <a:latin typeface="Arial"/>
                <a:ea typeface="Arial"/>
                <a:cs typeface="Arial"/>
                <a:sym typeface="Arial"/>
              </a:defRPr>
            </a:lvl4pPr>
            <a:lvl5pPr marL="0" marR="0" lvl="4" indent="0" algn="r" rtl="0">
              <a:lnSpc>
                <a:spcPct val="100000"/>
              </a:lnSpc>
              <a:spcBef>
                <a:spcPts val="0"/>
              </a:spcBef>
              <a:spcAft>
                <a:spcPts val="0"/>
              </a:spcAft>
              <a:buClr>
                <a:srgbClr val="FFFFFF"/>
              </a:buClr>
              <a:buSzPts val="1200"/>
              <a:buFont typeface="Arial"/>
              <a:buNone/>
              <a:defRPr sz="1200" b="0" i="0" u="none">
                <a:solidFill>
                  <a:srgbClr val="FFFFFF"/>
                </a:solidFill>
                <a:latin typeface="Arial"/>
                <a:ea typeface="Arial"/>
                <a:cs typeface="Arial"/>
                <a:sym typeface="Arial"/>
              </a:defRPr>
            </a:lvl5pPr>
            <a:lvl6pPr marL="0" marR="0" lvl="5" indent="0" algn="r" rtl="0">
              <a:lnSpc>
                <a:spcPct val="100000"/>
              </a:lnSpc>
              <a:spcBef>
                <a:spcPts val="0"/>
              </a:spcBef>
              <a:spcAft>
                <a:spcPts val="0"/>
              </a:spcAft>
              <a:buClr>
                <a:srgbClr val="FFFFFF"/>
              </a:buClr>
              <a:buSzPts val="1200"/>
              <a:buFont typeface="Arial"/>
              <a:buNone/>
              <a:defRPr sz="1200" b="0" i="0" u="none">
                <a:solidFill>
                  <a:srgbClr val="FFFFFF"/>
                </a:solidFill>
                <a:latin typeface="Arial"/>
                <a:ea typeface="Arial"/>
                <a:cs typeface="Arial"/>
                <a:sym typeface="Arial"/>
              </a:defRPr>
            </a:lvl6pPr>
            <a:lvl7pPr marL="0" marR="0" lvl="6" indent="0" algn="r" rtl="0">
              <a:lnSpc>
                <a:spcPct val="100000"/>
              </a:lnSpc>
              <a:spcBef>
                <a:spcPts val="0"/>
              </a:spcBef>
              <a:spcAft>
                <a:spcPts val="0"/>
              </a:spcAft>
              <a:buClr>
                <a:srgbClr val="FFFFFF"/>
              </a:buClr>
              <a:buSzPts val="1200"/>
              <a:buFont typeface="Arial"/>
              <a:buNone/>
              <a:defRPr sz="1200" b="0" i="0" u="none">
                <a:solidFill>
                  <a:srgbClr val="FFFFFF"/>
                </a:solidFill>
                <a:latin typeface="Arial"/>
                <a:ea typeface="Arial"/>
                <a:cs typeface="Arial"/>
                <a:sym typeface="Arial"/>
              </a:defRPr>
            </a:lvl7pPr>
            <a:lvl8pPr marL="0" marR="0" lvl="7" indent="0" algn="r" rtl="0">
              <a:lnSpc>
                <a:spcPct val="100000"/>
              </a:lnSpc>
              <a:spcBef>
                <a:spcPts val="0"/>
              </a:spcBef>
              <a:spcAft>
                <a:spcPts val="0"/>
              </a:spcAft>
              <a:buClr>
                <a:srgbClr val="FFFFFF"/>
              </a:buClr>
              <a:buSzPts val="1200"/>
              <a:buFont typeface="Arial"/>
              <a:buNone/>
              <a:defRPr sz="1200" b="0" i="0" u="none">
                <a:solidFill>
                  <a:srgbClr val="FFFFFF"/>
                </a:solidFill>
                <a:latin typeface="Arial"/>
                <a:ea typeface="Arial"/>
                <a:cs typeface="Arial"/>
                <a:sym typeface="Arial"/>
              </a:defRPr>
            </a:lvl8pPr>
            <a:lvl9pPr marL="0" marR="0" lvl="8" indent="0" algn="r" rtl="0">
              <a:lnSpc>
                <a:spcPct val="100000"/>
              </a:lnSpc>
              <a:spcBef>
                <a:spcPts val="0"/>
              </a:spcBef>
              <a:spcAft>
                <a:spcPts val="0"/>
              </a:spcAft>
              <a:buClr>
                <a:srgbClr val="FFFFFF"/>
              </a:buClr>
              <a:buSzPts val="1200"/>
              <a:buFont typeface="Arial"/>
              <a:buNone/>
              <a:defRPr sz="1200" b="0" i="0" u="none">
                <a:solidFill>
                  <a:srgbClr val="FFFFF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‹N°›</a:t>
            </a:fld>
            <a:endParaRPr sz="1400">
              <a:solidFill>
                <a:srgbClr val="000000"/>
              </a:solidFill>
            </a:endParaRPr>
          </a:p>
        </p:txBody>
      </p:sp>
    </p:spTree>
  </p:cSld>
  <p:clrMap bg1="lt1" tx1="dk1" bg2="dk2" tx2="lt2" accent1="accent1" accent2="accent2" accent3="accent3" accent4="accent4" accent5="accent5" accent6="accent6" hlink="hlink" folHlink="folHlink"/>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tx2">
            <a:lumMod val="50000"/>
          </a:schemeClr>
        </a:solidFill>
        <a:effectLst/>
      </p:bgPr>
    </p:bg>
    <p:spTree>
      <p:nvGrpSpPr>
        <p:cNvPr id="1" name="Shape 209"/>
        <p:cNvGrpSpPr/>
        <p:nvPr/>
      </p:nvGrpSpPr>
      <p:grpSpPr>
        <a:xfrm>
          <a:off x="0" y="0"/>
          <a:ext cx="0" cy="0"/>
          <a:chOff x="0" y="0"/>
          <a:chExt cx="0" cy="0"/>
        </a:xfrm>
      </p:grpSpPr>
      <p:grpSp>
        <p:nvGrpSpPr>
          <p:cNvPr id="210" name="Google Shape;210;p77"/>
          <p:cNvGrpSpPr/>
          <p:nvPr/>
        </p:nvGrpSpPr>
        <p:grpSpPr>
          <a:xfrm>
            <a:off x="0" y="0"/>
            <a:ext cx="9144000" cy="6856412"/>
            <a:chOff x="0" y="0"/>
            <a:chExt cx="9143999" cy="6856412"/>
          </a:xfrm>
        </p:grpSpPr>
        <p:sp>
          <p:nvSpPr>
            <p:cNvPr id="211" name="Google Shape;211;p77"/>
            <p:cNvSpPr/>
            <p:nvPr/>
          </p:nvSpPr>
          <p:spPr>
            <a:xfrm>
              <a:off x="0" y="19050"/>
              <a:ext cx="9140825" cy="5195886"/>
            </a:xfrm>
            <a:custGeom>
              <a:avLst/>
              <a:gdLst/>
              <a:ahLst/>
              <a:cxnLst/>
              <a:rect l="l" t="t" r="r" b="b"/>
              <a:pathLst>
                <a:path w="120000" h="120000" extrusionOk="0">
                  <a:moveTo>
                    <a:pt x="66752" y="66581"/>
                  </a:moveTo>
                  <a:lnTo>
                    <a:pt x="0" y="0"/>
                  </a:lnTo>
                  <a:lnTo>
                    <a:pt x="0" y="19138"/>
                  </a:lnTo>
                  <a:lnTo>
                    <a:pt x="63491" y="72520"/>
                  </a:lnTo>
                  <a:lnTo>
                    <a:pt x="120000" y="120000"/>
                  </a:lnTo>
                  <a:lnTo>
                    <a:pt x="120000" y="119780"/>
                  </a:lnTo>
                  <a:lnTo>
                    <a:pt x="66752" y="66581"/>
                  </a:lnTo>
                  <a:lnTo>
                    <a:pt x="66752" y="66581"/>
                  </a:lnTo>
                  <a:close/>
                </a:path>
              </a:pathLst>
            </a:custGeom>
            <a:gradFill>
              <a:gsLst>
                <a:gs pos="0">
                  <a:srgbClr val="000051"/>
                </a:gs>
                <a:gs pos="100000">
                  <a:schemeClr val="lt2"/>
                </a:gs>
              </a:gsLst>
              <a:lin ang="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212" name="Google Shape;212;p77"/>
            <p:cNvSpPr/>
            <p:nvPr/>
          </p:nvSpPr>
          <p:spPr>
            <a:xfrm>
              <a:off x="236537" y="0"/>
              <a:ext cx="8904287" cy="5148262"/>
            </a:xfrm>
            <a:custGeom>
              <a:avLst/>
              <a:gdLst/>
              <a:ahLst/>
              <a:cxnLst/>
              <a:rect l="l" t="t" r="r" b="b"/>
              <a:pathLst>
                <a:path w="120000" h="120000" extrusionOk="0">
                  <a:moveTo>
                    <a:pt x="67887" y="63422"/>
                  </a:moveTo>
                  <a:lnTo>
                    <a:pt x="9250" y="0"/>
                  </a:lnTo>
                  <a:lnTo>
                    <a:pt x="0" y="0"/>
                  </a:lnTo>
                  <a:lnTo>
                    <a:pt x="66235" y="66086"/>
                  </a:lnTo>
                  <a:lnTo>
                    <a:pt x="119999" y="120000"/>
                  </a:lnTo>
                  <a:lnTo>
                    <a:pt x="119999" y="119777"/>
                  </a:lnTo>
                  <a:lnTo>
                    <a:pt x="67887" y="63422"/>
                  </a:lnTo>
                  <a:lnTo>
                    <a:pt x="67887" y="63422"/>
                  </a:lnTo>
                  <a:close/>
                </a:path>
              </a:pathLst>
            </a:custGeom>
            <a:gradFill>
              <a:gsLst>
                <a:gs pos="0">
                  <a:srgbClr val="00005D"/>
                </a:gs>
                <a:gs pos="100000">
                  <a:schemeClr val="lt1"/>
                </a:gs>
              </a:gsLst>
              <a:lin ang="27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213" name="Google Shape;213;p77"/>
            <p:cNvSpPr/>
            <p:nvPr/>
          </p:nvSpPr>
          <p:spPr>
            <a:xfrm>
              <a:off x="0" y="5449887"/>
              <a:ext cx="6410325" cy="303211"/>
            </a:xfrm>
            <a:custGeom>
              <a:avLst/>
              <a:gdLst/>
              <a:ahLst/>
              <a:cxnLst/>
              <a:rect l="l" t="t" r="r" b="b"/>
              <a:pathLst>
                <a:path w="120000" h="120000" extrusionOk="0">
                  <a:moveTo>
                    <a:pt x="0" y="97500"/>
                  </a:moveTo>
                  <a:lnTo>
                    <a:pt x="120000" y="120000"/>
                  </a:lnTo>
                  <a:lnTo>
                    <a:pt x="120000" y="90000"/>
                  </a:lnTo>
                  <a:lnTo>
                    <a:pt x="0" y="0"/>
                  </a:lnTo>
                  <a:lnTo>
                    <a:pt x="0" y="97500"/>
                  </a:lnTo>
                  <a:lnTo>
                    <a:pt x="0" y="97500"/>
                  </a:lnTo>
                  <a:close/>
                </a:path>
              </a:pathLst>
            </a:custGeom>
            <a:gradFill>
              <a:gsLst>
                <a:gs pos="0">
                  <a:srgbClr val="000061"/>
                </a:gs>
                <a:gs pos="100000">
                  <a:schemeClr val="lt2"/>
                </a:gs>
              </a:gsLst>
              <a:lin ang="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214" name="Google Shape;214;p77"/>
            <p:cNvSpPr/>
            <p:nvPr/>
          </p:nvSpPr>
          <p:spPr>
            <a:xfrm>
              <a:off x="6410325" y="5678487"/>
              <a:ext cx="2730500" cy="103186"/>
            </a:xfrm>
            <a:custGeom>
              <a:avLst/>
              <a:gdLst/>
              <a:ahLst/>
              <a:cxnLst/>
              <a:rect l="l" t="t" r="r" b="b"/>
              <a:pathLst>
                <a:path w="120000" h="120000" extrusionOk="0">
                  <a:moveTo>
                    <a:pt x="120000" y="120000"/>
                  </a:moveTo>
                  <a:lnTo>
                    <a:pt x="120000" y="109090"/>
                  </a:lnTo>
                  <a:lnTo>
                    <a:pt x="0" y="0"/>
                  </a:lnTo>
                  <a:lnTo>
                    <a:pt x="0" y="87272"/>
                  </a:lnTo>
                  <a:lnTo>
                    <a:pt x="120000" y="120000"/>
                  </a:lnTo>
                  <a:lnTo>
                    <a:pt x="120000" y="120000"/>
                  </a:lnTo>
                  <a:close/>
                </a:path>
              </a:pathLst>
            </a:custGeom>
            <a:gradFill>
              <a:gsLst>
                <a:gs pos="0">
                  <a:schemeClr val="lt2"/>
                </a:gs>
                <a:gs pos="100000">
                  <a:schemeClr val="lt1"/>
                </a:gs>
              </a:gsLst>
              <a:lin ang="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215" name="Google Shape;215;p77"/>
            <p:cNvSpPr/>
            <p:nvPr/>
          </p:nvSpPr>
          <p:spPr>
            <a:xfrm>
              <a:off x="0" y="5915025"/>
              <a:ext cx="7594599" cy="522286"/>
            </a:xfrm>
            <a:custGeom>
              <a:avLst/>
              <a:gdLst/>
              <a:ahLst/>
              <a:cxnLst/>
              <a:rect l="l" t="t" r="r" b="b"/>
              <a:pathLst>
                <a:path w="120000" h="120000" extrusionOk="0">
                  <a:moveTo>
                    <a:pt x="0" y="120000"/>
                  </a:moveTo>
                  <a:lnTo>
                    <a:pt x="120000" y="28085"/>
                  </a:lnTo>
                  <a:lnTo>
                    <a:pt x="120000" y="0"/>
                  </a:lnTo>
                  <a:lnTo>
                    <a:pt x="0" y="39027"/>
                  </a:lnTo>
                  <a:lnTo>
                    <a:pt x="0" y="120000"/>
                  </a:lnTo>
                  <a:lnTo>
                    <a:pt x="0" y="120000"/>
                  </a:lnTo>
                  <a:close/>
                </a:path>
              </a:pathLst>
            </a:custGeom>
            <a:gradFill>
              <a:gsLst>
                <a:gs pos="0">
                  <a:srgbClr val="00007D"/>
                </a:gs>
                <a:gs pos="100000">
                  <a:schemeClr val="lt1"/>
                </a:gs>
              </a:gsLst>
              <a:lin ang="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216" name="Google Shape;216;p77"/>
            <p:cNvSpPr/>
            <p:nvPr/>
          </p:nvSpPr>
          <p:spPr>
            <a:xfrm>
              <a:off x="7594600" y="5876925"/>
              <a:ext cx="1546225" cy="160337"/>
            </a:xfrm>
            <a:custGeom>
              <a:avLst/>
              <a:gdLst/>
              <a:ahLst/>
              <a:cxnLst/>
              <a:rect l="l" t="t" r="r" b="b"/>
              <a:pathLst>
                <a:path w="120000" h="120000" extrusionOk="0">
                  <a:moveTo>
                    <a:pt x="120000" y="57029"/>
                  </a:moveTo>
                  <a:lnTo>
                    <a:pt x="120000" y="0"/>
                  </a:lnTo>
                  <a:lnTo>
                    <a:pt x="0" y="28514"/>
                  </a:lnTo>
                  <a:lnTo>
                    <a:pt x="0" y="120000"/>
                  </a:lnTo>
                  <a:lnTo>
                    <a:pt x="120000" y="57029"/>
                  </a:lnTo>
                  <a:lnTo>
                    <a:pt x="120000" y="57029"/>
                  </a:lnTo>
                  <a:close/>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217" name="Google Shape;217;p77"/>
            <p:cNvSpPr/>
            <p:nvPr/>
          </p:nvSpPr>
          <p:spPr>
            <a:xfrm>
              <a:off x="5745162" y="6056312"/>
              <a:ext cx="3395661" cy="314324"/>
            </a:xfrm>
            <a:custGeom>
              <a:avLst/>
              <a:gdLst/>
              <a:ahLst/>
              <a:cxnLst/>
              <a:rect l="l" t="t" r="r" b="b"/>
              <a:pathLst>
                <a:path w="120000" h="120000" extrusionOk="0">
                  <a:moveTo>
                    <a:pt x="120000" y="0"/>
                  </a:moveTo>
                  <a:lnTo>
                    <a:pt x="0" y="94545"/>
                  </a:lnTo>
                  <a:lnTo>
                    <a:pt x="0" y="119999"/>
                  </a:lnTo>
                  <a:lnTo>
                    <a:pt x="120000" y="0"/>
                  </a:lnTo>
                  <a:lnTo>
                    <a:pt x="120000"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218" name="Google Shape;218;p77"/>
            <p:cNvSpPr/>
            <p:nvPr/>
          </p:nvSpPr>
          <p:spPr>
            <a:xfrm>
              <a:off x="0" y="6303962"/>
              <a:ext cx="5745161" cy="552449"/>
            </a:xfrm>
            <a:custGeom>
              <a:avLst/>
              <a:gdLst/>
              <a:ahLst/>
              <a:cxnLst/>
              <a:rect l="l" t="t" r="r" b="b"/>
              <a:pathLst>
                <a:path w="120000" h="120000" extrusionOk="0">
                  <a:moveTo>
                    <a:pt x="0" y="120000"/>
                  </a:moveTo>
                  <a:lnTo>
                    <a:pt x="10300" y="120000"/>
                  </a:lnTo>
                  <a:lnTo>
                    <a:pt x="120000" y="14482"/>
                  </a:lnTo>
                  <a:lnTo>
                    <a:pt x="120000" y="0"/>
                  </a:lnTo>
                  <a:lnTo>
                    <a:pt x="0" y="91034"/>
                  </a:lnTo>
                  <a:lnTo>
                    <a:pt x="0" y="120000"/>
                  </a:lnTo>
                  <a:lnTo>
                    <a:pt x="0" y="120000"/>
                  </a:lnTo>
                  <a:close/>
                </a:path>
              </a:pathLst>
            </a:custGeom>
            <a:gradFill>
              <a:gsLst>
                <a:gs pos="0">
                  <a:srgbClr val="00006F"/>
                </a:gs>
                <a:gs pos="100000">
                  <a:schemeClr val="lt1"/>
                </a:gs>
              </a:gsLst>
              <a:lin ang="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219" name="Google Shape;219;p77"/>
            <p:cNvSpPr/>
            <p:nvPr/>
          </p:nvSpPr>
          <p:spPr>
            <a:xfrm>
              <a:off x="3328987" y="6418262"/>
              <a:ext cx="3990975" cy="438150"/>
            </a:xfrm>
            <a:custGeom>
              <a:avLst/>
              <a:gdLst/>
              <a:ahLst/>
              <a:cxnLst/>
              <a:rect l="l" t="t" r="r" b="b"/>
              <a:pathLst>
                <a:path w="120000" h="120000" extrusionOk="0">
                  <a:moveTo>
                    <a:pt x="104028" y="120000"/>
                  </a:moveTo>
                  <a:lnTo>
                    <a:pt x="120000" y="88695"/>
                  </a:lnTo>
                  <a:lnTo>
                    <a:pt x="107747" y="0"/>
                  </a:lnTo>
                  <a:lnTo>
                    <a:pt x="0" y="120000"/>
                  </a:lnTo>
                  <a:lnTo>
                    <a:pt x="104028" y="120000"/>
                  </a:lnTo>
                  <a:lnTo>
                    <a:pt x="104028" y="12000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220" name="Google Shape;220;p77"/>
            <p:cNvSpPr/>
            <p:nvPr/>
          </p:nvSpPr>
          <p:spPr>
            <a:xfrm>
              <a:off x="6911975" y="6142037"/>
              <a:ext cx="2228850" cy="600075"/>
            </a:xfrm>
            <a:custGeom>
              <a:avLst/>
              <a:gdLst/>
              <a:ahLst/>
              <a:cxnLst/>
              <a:rect l="l" t="t" r="r" b="b"/>
              <a:pathLst>
                <a:path w="120000" h="120000" extrusionOk="0">
                  <a:moveTo>
                    <a:pt x="120000" y="40000"/>
                  </a:moveTo>
                  <a:lnTo>
                    <a:pt x="120000" y="0"/>
                  </a:lnTo>
                  <a:lnTo>
                    <a:pt x="0" y="55238"/>
                  </a:lnTo>
                  <a:lnTo>
                    <a:pt x="21950" y="120000"/>
                  </a:lnTo>
                  <a:lnTo>
                    <a:pt x="120000" y="40000"/>
                  </a:lnTo>
                  <a:lnTo>
                    <a:pt x="120000" y="40000"/>
                  </a:lnTo>
                  <a:close/>
                </a:path>
              </a:pathLst>
            </a:custGeom>
            <a:gradFill>
              <a:gsLst>
                <a:gs pos="0">
                  <a:schemeClr val="lt1"/>
                </a:gs>
                <a:gs pos="100000">
                  <a:srgbClr val="08089C"/>
                </a:gs>
              </a:gsLst>
              <a:lin ang="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221" name="Google Shape;221;p77"/>
            <p:cNvSpPr/>
            <p:nvPr/>
          </p:nvSpPr>
          <p:spPr>
            <a:xfrm>
              <a:off x="7985125" y="5002212"/>
              <a:ext cx="1155700" cy="381000"/>
            </a:xfrm>
            <a:custGeom>
              <a:avLst/>
              <a:gdLst/>
              <a:ahLst/>
              <a:cxnLst/>
              <a:rect l="l" t="t" r="r" b="b"/>
              <a:pathLst>
                <a:path w="120000" h="120000" extrusionOk="0">
                  <a:moveTo>
                    <a:pt x="120000" y="120000"/>
                  </a:moveTo>
                  <a:lnTo>
                    <a:pt x="0" y="0"/>
                  </a:lnTo>
                  <a:lnTo>
                    <a:pt x="0" y="3000"/>
                  </a:lnTo>
                  <a:lnTo>
                    <a:pt x="120000" y="120000"/>
                  </a:lnTo>
                  <a:lnTo>
                    <a:pt x="120000" y="12000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222" name="Google Shape;222;p77"/>
            <p:cNvSpPr/>
            <p:nvPr/>
          </p:nvSpPr>
          <p:spPr>
            <a:xfrm>
              <a:off x="0" y="2359025"/>
              <a:ext cx="7985125" cy="2652712"/>
            </a:xfrm>
            <a:custGeom>
              <a:avLst/>
              <a:gdLst/>
              <a:ahLst/>
              <a:cxnLst/>
              <a:rect l="l" t="t" r="r" b="b"/>
              <a:pathLst>
                <a:path w="120000" h="120000" extrusionOk="0">
                  <a:moveTo>
                    <a:pt x="0" y="5167"/>
                  </a:moveTo>
                  <a:lnTo>
                    <a:pt x="120000" y="119999"/>
                  </a:lnTo>
                  <a:lnTo>
                    <a:pt x="120000" y="119569"/>
                  </a:lnTo>
                  <a:lnTo>
                    <a:pt x="0" y="0"/>
                  </a:lnTo>
                  <a:lnTo>
                    <a:pt x="0" y="5167"/>
                  </a:lnTo>
                  <a:lnTo>
                    <a:pt x="0" y="5167"/>
                  </a:lnTo>
                  <a:close/>
                </a:path>
              </a:pathLst>
            </a:custGeom>
            <a:gradFill>
              <a:gsLst>
                <a:gs pos="0">
                  <a:srgbClr val="000053"/>
                </a:gs>
                <a:gs pos="100000">
                  <a:schemeClr val="lt1"/>
                </a:gs>
              </a:gsLst>
              <a:lin ang="27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223" name="Google Shape;223;p77"/>
            <p:cNvSpPr/>
            <p:nvPr/>
          </p:nvSpPr>
          <p:spPr>
            <a:xfrm>
              <a:off x="7985125" y="4840287"/>
              <a:ext cx="1155700" cy="504824"/>
            </a:xfrm>
            <a:custGeom>
              <a:avLst/>
              <a:gdLst/>
              <a:ahLst/>
              <a:cxnLst/>
              <a:rect l="l" t="t" r="r" b="b"/>
              <a:pathLst>
                <a:path w="120000" h="120000" extrusionOk="0">
                  <a:moveTo>
                    <a:pt x="120000" y="120000"/>
                  </a:moveTo>
                  <a:lnTo>
                    <a:pt x="120000" y="117735"/>
                  </a:lnTo>
                  <a:lnTo>
                    <a:pt x="0" y="0"/>
                  </a:lnTo>
                  <a:lnTo>
                    <a:pt x="0" y="20377"/>
                  </a:lnTo>
                  <a:lnTo>
                    <a:pt x="120000" y="120000"/>
                  </a:lnTo>
                  <a:lnTo>
                    <a:pt x="120000" y="120000"/>
                  </a:lnTo>
                  <a:close/>
                </a:path>
              </a:pathLst>
            </a:custGeom>
            <a:gradFill>
              <a:gsLst>
                <a:gs pos="0">
                  <a:schemeClr val="lt2"/>
                </a:gs>
                <a:gs pos="100000">
                  <a:schemeClr val="lt1"/>
                </a:gs>
              </a:gsLst>
              <a:lin ang="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224" name="Google Shape;224;p77"/>
            <p:cNvSpPr/>
            <p:nvPr/>
          </p:nvSpPr>
          <p:spPr>
            <a:xfrm>
              <a:off x="0" y="1454150"/>
              <a:ext cx="7985125" cy="3471862"/>
            </a:xfrm>
            <a:custGeom>
              <a:avLst/>
              <a:gdLst/>
              <a:ahLst/>
              <a:cxnLst/>
              <a:rect l="l" t="t" r="r" b="b"/>
              <a:pathLst>
                <a:path w="120000" h="120000" extrusionOk="0">
                  <a:moveTo>
                    <a:pt x="0" y="21718"/>
                  </a:moveTo>
                  <a:lnTo>
                    <a:pt x="120000" y="120000"/>
                  </a:lnTo>
                  <a:lnTo>
                    <a:pt x="120000" y="117038"/>
                  </a:lnTo>
                  <a:lnTo>
                    <a:pt x="0" y="0"/>
                  </a:lnTo>
                  <a:lnTo>
                    <a:pt x="0" y="21718"/>
                  </a:lnTo>
                  <a:lnTo>
                    <a:pt x="0" y="21718"/>
                  </a:lnTo>
                  <a:close/>
                </a:path>
              </a:pathLst>
            </a:custGeom>
            <a:gradFill>
              <a:gsLst>
                <a:gs pos="0">
                  <a:srgbClr val="000055"/>
                </a:gs>
                <a:gs pos="100000">
                  <a:schemeClr val="lt2"/>
                </a:gs>
              </a:gsLst>
              <a:lin ang="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225" name="Google Shape;225;p77"/>
            <p:cNvSpPr/>
            <p:nvPr/>
          </p:nvSpPr>
          <p:spPr>
            <a:xfrm>
              <a:off x="3641725" y="0"/>
              <a:ext cx="5014911" cy="4325937"/>
            </a:xfrm>
            <a:custGeom>
              <a:avLst/>
              <a:gdLst/>
              <a:ahLst/>
              <a:cxnLst/>
              <a:rect l="l" t="t" r="r" b="b"/>
              <a:pathLst>
                <a:path w="120000" h="120000" extrusionOk="0">
                  <a:moveTo>
                    <a:pt x="0" y="0"/>
                  </a:moveTo>
                  <a:lnTo>
                    <a:pt x="119317" y="119999"/>
                  </a:lnTo>
                  <a:lnTo>
                    <a:pt x="120000" y="118987"/>
                  </a:lnTo>
                  <a:lnTo>
                    <a:pt x="3869" y="0"/>
                  </a:lnTo>
                  <a:lnTo>
                    <a:pt x="0" y="0"/>
                  </a:lnTo>
                  <a:lnTo>
                    <a:pt x="0" y="0"/>
                  </a:lnTo>
                  <a:close/>
                </a:path>
              </a:pathLst>
            </a:custGeom>
            <a:gradFill>
              <a:gsLst>
                <a:gs pos="0">
                  <a:srgbClr val="00006B"/>
                </a:gs>
                <a:gs pos="100000">
                  <a:schemeClr val="lt1"/>
                </a:gs>
              </a:gsLst>
              <a:lin ang="27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226" name="Google Shape;226;p77"/>
            <p:cNvSpPr/>
            <p:nvPr/>
          </p:nvSpPr>
          <p:spPr>
            <a:xfrm>
              <a:off x="8628061" y="4289425"/>
              <a:ext cx="512762" cy="474661"/>
            </a:xfrm>
            <a:custGeom>
              <a:avLst/>
              <a:gdLst/>
              <a:ahLst/>
              <a:cxnLst/>
              <a:rect l="l" t="t" r="r" b="b"/>
              <a:pathLst>
                <a:path w="120000" h="120000" extrusionOk="0">
                  <a:moveTo>
                    <a:pt x="120000" y="120000"/>
                  </a:moveTo>
                  <a:lnTo>
                    <a:pt x="120000" y="105551"/>
                  </a:lnTo>
                  <a:lnTo>
                    <a:pt x="6687" y="0"/>
                  </a:lnTo>
                  <a:lnTo>
                    <a:pt x="0" y="9230"/>
                  </a:lnTo>
                  <a:lnTo>
                    <a:pt x="120000" y="120000"/>
                  </a:lnTo>
                  <a:lnTo>
                    <a:pt x="120000" y="120000"/>
                  </a:lnTo>
                  <a:close/>
                </a:path>
              </a:pathLst>
            </a:custGeom>
            <a:gradFill>
              <a:gsLst>
                <a:gs pos="0">
                  <a:schemeClr val="lt1"/>
                </a:gs>
                <a:gs pos="100000">
                  <a:srgbClr val="0F0F9F"/>
                </a:gs>
              </a:gsLst>
              <a:lin ang="27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227" name="Google Shape;227;p77"/>
            <p:cNvSpPr/>
            <p:nvPr/>
          </p:nvSpPr>
          <p:spPr>
            <a:xfrm>
              <a:off x="8694736" y="4108450"/>
              <a:ext cx="446086" cy="531811"/>
            </a:xfrm>
            <a:custGeom>
              <a:avLst/>
              <a:gdLst/>
              <a:ahLst/>
              <a:cxnLst/>
              <a:rect l="l" t="t" r="r" b="b"/>
              <a:pathLst>
                <a:path w="120000" h="120000" extrusionOk="0">
                  <a:moveTo>
                    <a:pt x="120000" y="120000"/>
                  </a:moveTo>
                  <a:lnTo>
                    <a:pt x="120000" y="61970"/>
                  </a:lnTo>
                  <a:lnTo>
                    <a:pt x="40996" y="0"/>
                  </a:lnTo>
                  <a:lnTo>
                    <a:pt x="0" y="32238"/>
                  </a:lnTo>
                  <a:lnTo>
                    <a:pt x="120000" y="120000"/>
                  </a:lnTo>
                  <a:lnTo>
                    <a:pt x="120000" y="12000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228" name="Google Shape;228;p77"/>
            <p:cNvSpPr/>
            <p:nvPr/>
          </p:nvSpPr>
          <p:spPr>
            <a:xfrm>
              <a:off x="3895725" y="0"/>
              <a:ext cx="4951411" cy="4251324"/>
            </a:xfrm>
            <a:custGeom>
              <a:avLst/>
              <a:gdLst/>
              <a:ahLst/>
              <a:cxnLst/>
              <a:rect l="l" t="t" r="r" b="b"/>
              <a:pathLst>
                <a:path w="120000" h="120000" extrusionOk="0">
                  <a:moveTo>
                    <a:pt x="0" y="0"/>
                  </a:moveTo>
                  <a:lnTo>
                    <a:pt x="116310" y="120000"/>
                  </a:lnTo>
                  <a:lnTo>
                    <a:pt x="120000" y="115970"/>
                  </a:lnTo>
                  <a:lnTo>
                    <a:pt x="14721" y="0"/>
                  </a:lnTo>
                  <a:lnTo>
                    <a:pt x="0" y="0"/>
                  </a:lnTo>
                  <a:lnTo>
                    <a:pt x="0" y="0"/>
                  </a:lnTo>
                  <a:close/>
                </a:path>
              </a:pathLst>
            </a:custGeom>
            <a:gradFill>
              <a:gsLst>
                <a:gs pos="0">
                  <a:srgbClr val="000047"/>
                </a:gs>
                <a:gs pos="100000">
                  <a:schemeClr val="lt1"/>
                </a:gs>
              </a:gsLst>
              <a:lin ang="27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229" name="Google Shape;229;p77"/>
            <p:cNvSpPr/>
            <p:nvPr/>
          </p:nvSpPr>
          <p:spPr>
            <a:xfrm>
              <a:off x="8931275" y="4022725"/>
              <a:ext cx="209549" cy="209549"/>
            </a:xfrm>
            <a:custGeom>
              <a:avLst/>
              <a:gdLst/>
              <a:ahLst/>
              <a:cxnLst/>
              <a:rect l="l" t="t" r="r" b="b"/>
              <a:pathLst>
                <a:path w="120000" h="120000" extrusionOk="0">
                  <a:moveTo>
                    <a:pt x="120000" y="120000"/>
                  </a:moveTo>
                  <a:lnTo>
                    <a:pt x="0" y="0"/>
                  </a:lnTo>
                  <a:lnTo>
                    <a:pt x="0" y="0"/>
                  </a:lnTo>
                  <a:lnTo>
                    <a:pt x="120000" y="120000"/>
                  </a:lnTo>
                  <a:lnTo>
                    <a:pt x="120000" y="120000"/>
                  </a:lnTo>
                  <a:close/>
                </a:path>
              </a:pathLst>
            </a:custGeom>
            <a:solidFill>
              <a:srgbClr val="FF9999"/>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230" name="Google Shape;230;p77"/>
            <p:cNvSpPr/>
            <p:nvPr/>
          </p:nvSpPr>
          <p:spPr>
            <a:xfrm>
              <a:off x="4940300" y="0"/>
              <a:ext cx="3990975" cy="4022724"/>
            </a:xfrm>
            <a:custGeom>
              <a:avLst/>
              <a:gdLst/>
              <a:ahLst/>
              <a:cxnLst/>
              <a:rect l="l" t="t" r="r" b="b"/>
              <a:pathLst>
                <a:path w="120000" h="120000" extrusionOk="0">
                  <a:moveTo>
                    <a:pt x="0" y="0"/>
                  </a:moveTo>
                  <a:lnTo>
                    <a:pt x="120000" y="120000"/>
                  </a:lnTo>
                  <a:lnTo>
                    <a:pt x="120000" y="120000"/>
                  </a:lnTo>
                  <a:lnTo>
                    <a:pt x="3146" y="0"/>
                  </a:lnTo>
                  <a:lnTo>
                    <a:pt x="0" y="0"/>
                  </a:lnTo>
                  <a:lnTo>
                    <a:pt x="0" y="0"/>
                  </a:lnTo>
                  <a:close/>
                </a:path>
              </a:pathLst>
            </a:custGeom>
            <a:gradFill>
              <a:gsLst>
                <a:gs pos="0">
                  <a:srgbClr val="00004F"/>
                </a:gs>
                <a:gs pos="100000">
                  <a:schemeClr val="lt1"/>
                </a:gs>
              </a:gsLst>
              <a:lin ang="27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231" name="Google Shape;231;p77"/>
            <p:cNvSpPr/>
            <p:nvPr/>
          </p:nvSpPr>
          <p:spPr>
            <a:xfrm>
              <a:off x="5537200" y="0"/>
              <a:ext cx="3489325" cy="3937000"/>
            </a:xfrm>
            <a:custGeom>
              <a:avLst/>
              <a:gdLst/>
              <a:ahLst/>
              <a:cxnLst/>
              <a:rect l="l" t="t" r="r" b="b"/>
              <a:pathLst>
                <a:path w="120000" h="120000" extrusionOk="0">
                  <a:moveTo>
                    <a:pt x="0" y="0"/>
                  </a:moveTo>
                  <a:lnTo>
                    <a:pt x="119345" y="120000"/>
                  </a:lnTo>
                  <a:lnTo>
                    <a:pt x="120000" y="119709"/>
                  </a:lnTo>
                  <a:lnTo>
                    <a:pt x="17290" y="0"/>
                  </a:lnTo>
                  <a:lnTo>
                    <a:pt x="0" y="0"/>
                  </a:lnTo>
                  <a:lnTo>
                    <a:pt x="0" y="0"/>
                  </a:lnTo>
                  <a:close/>
                </a:path>
              </a:pathLst>
            </a:custGeom>
            <a:gradFill>
              <a:gsLst>
                <a:gs pos="0">
                  <a:srgbClr val="000065"/>
                </a:gs>
                <a:gs pos="100000">
                  <a:schemeClr val="lt2"/>
                </a:gs>
              </a:gsLst>
              <a:lin ang="54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232" name="Google Shape;232;p77"/>
            <p:cNvSpPr/>
            <p:nvPr/>
          </p:nvSpPr>
          <p:spPr>
            <a:xfrm>
              <a:off x="9007475" y="3927475"/>
              <a:ext cx="133349" cy="152399"/>
            </a:xfrm>
            <a:custGeom>
              <a:avLst/>
              <a:gdLst/>
              <a:ahLst/>
              <a:cxnLst/>
              <a:rect l="l" t="t" r="r" b="b"/>
              <a:pathLst>
                <a:path w="120000" h="120000" extrusionOk="0">
                  <a:moveTo>
                    <a:pt x="120000" y="120000"/>
                  </a:moveTo>
                  <a:lnTo>
                    <a:pt x="120000" y="112500"/>
                  </a:lnTo>
                  <a:lnTo>
                    <a:pt x="17142" y="0"/>
                  </a:lnTo>
                  <a:lnTo>
                    <a:pt x="0" y="7500"/>
                  </a:lnTo>
                  <a:lnTo>
                    <a:pt x="120000" y="120000"/>
                  </a:lnTo>
                  <a:lnTo>
                    <a:pt x="120000" y="120000"/>
                  </a:lnTo>
                  <a:close/>
                </a:path>
              </a:pathLst>
            </a:custGeom>
            <a:gradFill>
              <a:gsLst>
                <a:gs pos="0">
                  <a:schemeClr val="lt1"/>
                </a:gs>
                <a:gs pos="100000">
                  <a:srgbClr val="1717A2"/>
                </a:gs>
              </a:gsLst>
              <a:lin ang="27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233" name="Google Shape;233;p77"/>
            <p:cNvSpPr/>
            <p:nvPr/>
          </p:nvSpPr>
          <p:spPr>
            <a:xfrm>
              <a:off x="8894761" y="1349375"/>
              <a:ext cx="246062" cy="819150"/>
            </a:xfrm>
            <a:custGeom>
              <a:avLst/>
              <a:gdLst/>
              <a:ahLst/>
              <a:cxnLst/>
              <a:rect l="l" t="t" r="r" b="b"/>
              <a:pathLst>
                <a:path w="120000" h="120000" extrusionOk="0">
                  <a:moveTo>
                    <a:pt x="120000" y="120000"/>
                  </a:moveTo>
                  <a:lnTo>
                    <a:pt x="120000" y="47441"/>
                  </a:lnTo>
                  <a:lnTo>
                    <a:pt x="59612" y="0"/>
                  </a:lnTo>
                  <a:lnTo>
                    <a:pt x="0" y="44651"/>
                  </a:lnTo>
                  <a:lnTo>
                    <a:pt x="120000" y="120000"/>
                  </a:lnTo>
                  <a:lnTo>
                    <a:pt x="120000" y="120000"/>
                  </a:ln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234" name="Google Shape;234;p77"/>
            <p:cNvSpPr/>
            <p:nvPr/>
          </p:nvSpPr>
          <p:spPr>
            <a:xfrm>
              <a:off x="8107361" y="0"/>
              <a:ext cx="909637" cy="1654174"/>
            </a:xfrm>
            <a:custGeom>
              <a:avLst/>
              <a:gdLst/>
              <a:ahLst/>
              <a:cxnLst/>
              <a:rect l="l" t="t" r="r" b="b"/>
              <a:pathLst>
                <a:path w="120000" h="120000" extrusionOk="0">
                  <a:moveTo>
                    <a:pt x="0" y="0"/>
                  </a:moveTo>
                  <a:lnTo>
                    <a:pt x="103902" y="120000"/>
                  </a:lnTo>
                  <a:lnTo>
                    <a:pt x="120000" y="97909"/>
                  </a:lnTo>
                  <a:lnTo>
                    <a:pt x="52473" y="0"/>
                  </a:lnTo>
                  <a:lnTo>
                    <a:pt x="0" y="0"/>
                  </a:lnTo>
                  <a:lnTo>
                    <a:pt x="0" y="0"/>
                  </a:lnTo>
                  <a:close/>
                </a:path>
              </a:pathLst>
            </a:custGeom>
            <a:gradFill>
              <a:gsLst>
                <a:gs pos="0">
                  <a:srgbClr val="000055"/>
                </a:gs>
                <a:gs pos="100000">
                  <a:schemeClr val="lt2"/>
                </a:gs>
              </a:gsLst>
              <a:lin ang="54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235" name="Google Shape;235;p77"/>
            <p:cNvSpPr/>
            <p:nvPr/>
          </p:nvSpPr>
          <p:spPr>
            <a:xfrm>
              <a:off x="8589961" y="0"/>
              <a:ext cx="541337" cy="1263650"/>
            </a:xfrm>
            <a:custGeom>
              <a:avLst/>
              <a:gdLst/>
              <a:ahLst/>
              <a:cxnLst/>
              <a:rect l="l" t="t" r="r" b="b"/>
              <a:pathLst>
                <a:path w="120000" h="120000" extrusionOk="0">
                  <a:moveTo>
                    <a:pt x="50674" y="0"/>
                  </a:moveTo>
                  <a:lnTo>
                    <a:pt x="0" y="0"/>
                  </a:lnTo>
                  <a:lnTo>
                    <a:pt x="100997" y="120000"/>
                  </a:lnTo>
                  <a:lnTo>
                    <a:pt x="119999" y="98318"/>
                  </a:lnTo>
                  <a:lnTo>
                    <a:pt x="50674" y="0"/>
                  </a:lnTo>
                  <a:lnTo>
                    <a:pt x="50674" y="0"/>
                  </a:lnTo>
                  <a:close/>
                </a:path>
              </a:pathLst>
            </a:custGeom>
            <a:gradFill>
              <a:gsLst>
                <a:gs pos="0">
                  <a:srgbClr val="000059"/>
                </a:gs>
                <a:gs pos="100000">
                  <a:schemeClr val="lt2"/>
                </a:gs>
              </a:gsLst>
              <a:lin ang="54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236" name="Google Shape;236;p77"/>
            <p:cNvSpPr/>
            <p:nvPr/>
          </p:nvSpPr>
          <p:spPr>
            <a:xfrm>
              <a:off x="9045575" y="1036637"/>
              <a:ext cx="95250" cy="493711"/>
            </a:xfrm>
            <a:custGeom>
              <a:avLst/>
              <a:gdLst/>
              <a:ahLst/>
              <a:cxnLst/>
              <a:rect l="l" t="t" r="r" b="b"/>
              <a:pathLst>
                <a:path w="120000" h="120000" extrusionOk="0">
                  <a:moveTo>
                    <a:pt x="0" y="55384"/>
                  </a:moveTo>
                  <a:lnTo>
                    <a:pt x="120000" y="120000"/>
                  </a:lnTo>
                  <a:lnTo>
                    <a:pt x="120000" y="2307"/>
                  </a:lnTo>
                  <a:lnTo>
                    <a:pt x="108000" y="0"/>
                  </a:lnTo>
                  <a:lnTo>
                    <a:pt x="0" y="55384"/>
                  </a:lnTo>
                  <a:lnTo>
                    <a:pt x="0" y="55384"/>
                  </a:ln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237" name="Google Shape;237;p77"/>
            <p:cNvSpPr/>
            <p:nvPr/>
          </p:nvSpPr>
          <p:spPr>
            <a:xfrm>
              <a:off x="3175" y="2541586"/>
              <a:ext cx="9131300" cy="2959100"/>
            </a:xfrm>
            <a:custGeom>
              <a:avLst/>
              <a:gdLst/>
              <a:ahLst/>
              <a:cxnLst/>
              <a:rect l="l" t="t" r="r" b="b"/>
              <a:pathLst>
                <a:path w="120000" h="120000" extrusionOk="0">
                  <a:moveTo>
                    <a:pt x="0" y="23884"/>
                  </a:moveTo>
                  <a:lnTo>
                    <a:pt x="120000" y="120000"/>
                  </a:lnTo>
                  <a:lnTo>
                    <a:pt x="120000" y="118068"/>
                  </a:lnTo>
                  <a:lnTo>
                    <a:pt x="0" y="0"/>
                  </a:lnTo>
                  <a:lnTo>
                    <a:pt x="0" y="23884"/>
                  </a:lnTo>
                  <a:lnTo>
                    <a:pt x="0" y="23884"/>
                  </a:lnTo>
                  <a:close/>
                </a:path>
              </a:pathLst>
            </a:custGeom>
            <a:gradFill>
              <a:gsLst>
                <a:gs pos="0">
                  <a:srgbClr val="000061"/>
                </a:gs>
                <a:gs pos="100000">
                  <a:schemeClr val="lt1"/>
                </a:gs>
              </a:gsLst>
              <a:lin ang="27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238" name="Google Shape;238;p77"/>
            <p:cNvSpPr/>
            <p:nvPr/>
          </p:nvSpPr>
          <p:spPr>
            <a:xfrm>
              <a:off x="9134475" y="5529262"/>
              <a:ext cx="9524" cy="9524"/>
            </a:xfrm>
            <a:custGeom>
              <a:avLst/>
              <a:gdLst/>
              <a:ahLst/>
              <a:cxnLst/>
              <a:rect l="l" t="t" r="r" b="b"/>
              <a:pathLst>
                <a:path w="120000" h="120000" extrusionOk="0">
                  <a:moveTo>
                    <a:pt x="120000" y="120000"/>
                  </a:moveTo>
                  <a:lnTo>
                    <a:pt x="0" y="0"/>
                  </a:lnTo>
                  <a:lnTo>
                    <a:pt x="0" y="120000"/>
                  </a:lnTo>
                  <a:lnTo>
                    <a:pt x="120000" y="120000"/>
                  </a:lnTo>
                  <a:lnTo>
                    <a:pt x="120000" y="120000"/>
                  </a:lnTo>
                  <a:close/>
                </a:path>
              </a:pathLst>
            </a:custGeom>
            <a:solidFill>
              <a:srgbClr val="18FF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239" name="Google Shape;239;p77"/>
            <p:cNvSpPr/>
            <p:nvPr/>
          </p:nvSpPr>
          <p:spPr>
            <a:xfrm>
              <a:off x="3175" y="3416300"/>
              <a:ext cx="9131300" cy="2122487"/>
            </a:xfrm>
            <a:custGeom>
              <a:avLst/>
              <a:gdLst/>
              <a:ahLst/>
              <a:cxnLst/>
              <a:rect l="l" t="t" r="r" b="b"/>
              <a:pathLst>
                <a:path w="120000" h="120000" extrusionOk="0">
                  <a:moveTo>
                    <a:pt x="0" y="32849"/>
                  </a:moveTo>
                  <a:lnTo>
                    <a:pt x="120000" y="120000"/>
                  </a:lnTo>
                  <a:lnTo>
                    <a:pt x="120000" y="119461"/>
                  </a:lnTo>
                  <a:lnTo>
                    <a:pt x="0" y="0"/>
                  </a:lnTo>
                  <a:lnTo>
                    <a:pt x="0" y="32849"/>
                  </a:lnTo>
                  <a:lnTo>
                    <a:pt x="0" y="32849"/>
                  </a:lnTo>
                  <a:close/>
                </a:path>
              </a:pathLst>
            </a:custGeom>
            <a:gradFill>
              <a:gsLst>
                <a:gs pos="0">
                  <a:srgbClr val="00005D"/>
                </a:gs>
                <a:gs pos="100000">
                  <a:schemeClr val="lt1"/>
                </a:gs>
              </a:gsLst>
              <a:lin ang="27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240" name="Google Shape;240;p77"/>
            <p:cNvSpPr/>
            <p:nvPr/>
          </p:nvSpPr>
          <p:spPr>
            <a:xfrm>
              <a:off x="3175" y="5043487"/>
              <a:ext cx="9131300" cy="657224"/>
            </a:xfrm>
            <a:custGeom>
              <a:avLst/>
              <a:gdLst/>
              <a:ahLst/>
              <a:cxnLst/>
              <a:rect l="l" t="t" r="r" b="b"/>
              <a:pathLst>
                <a:path w="120000" h="120000" extrusionOk="0">
                  <a:moveTo>
                    <a:pt x="0" y="13913"/>
                  </a:moveTo>
                  <a:lnTo>
                    <a:pt x="120000" y="120000"/>
                  </a:lnTo>
                  <a:lnTo>
                    <a:pt x="120000" y="116521"/>
                  </a:lnTo>
                  <a:lnTo>
                    <a:pt x="0" y="0"/>
                  </a:lnTo>
                  <a:lnTo>
                    <a:pt x="0" y="13913"/>
                  </a:lnTo>
                  <a:lnTo>
                    <a:pt x="0" y="13913"/>
                  </a:lnTo>
                  <a:close/>
                </a:path>
              </a:pathLst>
            </a:custGeom>
            <a:gradFill>
              <a:gsLst>
                <a:gs pos="0">
                  <a:srgbClr val="000082"/>
                </a:gs>
                <a:gs pos="100000">
                  <a:schemeClr val="lt1"/>
                </a:gs>
              </a:gsLst>
              <a:lin ang="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241" name="Google Shape;241;p77"/>
            <p:cNvSpPr/>
            <p:nvPr/>
          </p:nvSpPr>
          <p:spPr>
            <a:xfrm>
              <a:off x="2058986" y="0"/>
              <a:ext cx="7075487" cy="5043487"/>
            </a:xfrm>
            <a:custGeom>
              <a:avLst/>
              <a:gdLst/>
              <a:ahLst/>
              <a:cxnLst/>
              <a:rect l="l" t="t" r="r" b="b"/>
              <a:pathLst>
                <a:path w="120000" h="120000" extrusionOk="0">
                  <a:moveTo>
                    <a:pt x="0" y="0"/>
                  </a:moveTo>
                  <a:lnTo>
                    <a:pt x="120000" y="119999"/>
                  </a:lnTo>
                  <a:lnTo>
                    <a:pt x="120000" y="119093"/>
                  </a:lnTo>
                  <a:lnTo>
                    <a:pt x="3372" y="0"/>
                  </a:lnTo>
                  <a:lnTo>
                    <a:pt x="0" y="0"/>
                  </a:lnTo>
                  <a:lnTo>
                    <a:pt x="0" y="0"/>
                  </a:lnTo>
                  <a:close/>
                </a:path>
              </a:pathLst>
            </a:custGeom>
            <a:gradFill>
              <a:gsLst>
                <a:gs pos="0">
                  <a:srgbClr val="00004A"/>
                </a:gs>
                <a:gs pos="100000">
                  <a:schemeClr val="lt1"/>
                </a:gs>
              </a:gsLst>
              <a:lin ang="27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242" name="Google Shape;242;p77"/>
            <p:cNvSpPr/>
            <p:nvPr/>
          </p:nvSpPr>
          <p:spPr>
            <a:xfrm>
              <a:off x="5272087" y="0"/>
              <a:ext cx="3862387" cy="4149724"/>
            </a:xfrm>
            <a:custGeom>
              <a:avLst/>
              <a:gdLst/>
              <a:ahLst/>
              <a:cxnLst/>
              <a:rect l="l" t="t" r="r" b="b"/>
              <a:pathLst>
                <a:path w="120000" h="120000" extrusionOk="0">
                  <a:moveTo>
                    <a:pt x="0" y="0"/>
                  </a:moveTo>
                  <a:lnTo>
                    <a:pt x="119999" y="120000"/>
                  </a:lnTo>
                  <a:lnTo>
                    <a:pt x="119999" y="119724"/>
                  </a:lnTo>
                  <a:lnTo>
                    <a:pt x="3261" y="0"/>
                  </a:lnTo>
                  <a:lnTo>
                    <a:pt x="0" y="0"/>
                  </a:lnTo>
                  <a:lnTo>
                    <a:pt x="0" y="0"/>
                  </a:lnTo>
                  <a:close/>
                </a:path>
              </a:pathLst>
            </a:custGeom>
            <a:gradFill>
              <a:gsLst>
                <a:gs pos="0">
                  <a:srgbClr val="000082"/>
                </a:gs>
                <a:gs pos="100000">
                  <a:schemeClr val="lt1"/>
                </a:gs>
              </a:gsLst>
              <a:lin ang="27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243" name="Google Shape;243;p77"/>
            <p:cNvSpPr/>
            <p:nvPr/>
          </p:nvSpPr>
          <p:spPr>
            <a:xfrm>
              <a:off x="6270625" y="0"/>
              <a:ext cx="2863849" cy="3911599"/>
            </a:xfrm>
            <a:custGeom>
              <a:avLst/>
              <a:gdLst/>
              <a:ahLst/>
              <a:cxnLst/>
              <a:rect l="l" t="t" r="r" b="b"/>
              <a:pathLst>
                <a:path w="120000" h="120000" extrusionOk="0">
                  <a:moveTo>
                    <a:pt x="32333" y="0"/>
                  </a:moveTo>
                  <a:lnTo>
                    <a:pt x="0" y="0"/>
                  </a:lnTo>
                  <a:lnTo>
                    <a:pt x="120000" y="120000"/>
                  </a:lnTo>
                  <a:lnTo>
                    <a:pt x="120000" y="109480"/>
                  </a:lnTo>
                  <a:lnTo>
                    <a:pt x="119600" y="109480"/>
                  </a:lnTo>
                  <a:lnTo>
                    <a:pt x="32333" y="0"/>
                  </a:lnTo>
                  <a:lnTo>
                    <a:pt x="32333" y="0"/>
                  </a:lnTo>
                  <a:close/>
                </a:path>
              </a:pathLst>
            </a:custGeom>
            <a:gradFill>
              <a:gsLst>
                <a:gs pos="0">
                  <a:srgbClr val="000065"/>
                </a:gs>
                <a:gs pos="100000">
                  <a:schemeClr val="lt2"/>
                </a:gs>
              </a:gsLst>
              <a:lin ang="54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244" name="Google Shape;244;p77"/>
            <p:cNvSpPr/>
            <p:nvPr/>
          </p:nvSpPr>
          <p:spPr>
            <a:xfrm>
              <a:off x="7173911" y="0"/>
              <a:ext cx="1960561" cy="3292474"/>
            </a:xfrm>
            <a:custGeom>
              <a:avLst/>
              <a:gdLst/>
              <a:ahLst/>
              <a:cxnLst/>
              <a:rect l="l" t="t" r="r" b="b"/>
              <a:pathLst>
                <a:path w="120000" h="120000" extrusionOk="0">
                  <a:moveTo>
                    <a:pt x="0" y="0"/>
                  </a:moveTo>
                  <a:lnTo>
                    <a:pt x="120000" y="120000"/>
                  </a:lnTo>
                  <a:lnTo>
                    <a:pt x="120000" y="117917"/>
                  </a:lnTo>
                  <a:lnTo>
                    <a:pt x="4090" y="0"/>
                  </a:lnTo>
                  <a:lnTo>
                    <a:pt x="0" y="0"/>
                  </a:lnTo>
                  <a:lnTo>
                    <a:pt x="0" y="0"/>
                  </a:lnTo>
                  <a:close/>
                </a:path>
              </a:pathLst>
            </a:custGeom>
            <a:gradFill>
              <a:gsLst>
                <a:gs pos="0">
                  <a:srgbClr val="000058"/>
                </a:gs>
                <a:gs pos="100000">
                  <a:schemeClr val="lt1"/>
                </a:gs>
              </a:gsLst>
              <a:lin ang="27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245" name="Google Shape;245;p77"/>
            <p:cNvSpPr/>
            <p:nvPr/>
          </p:nvSpPr>
          <p:spPr>
            <a:xfrm>
              <a:off x="7451725" y="0"/>
              <a:ext cx="1682749" cy="3073399"/>
            </a:xfrm>
            <a:custGeom>
              <a:avLst/>
              <a:gdLst/>
              <a:ahLst/>
              <a:cxnLst/>
              <a:rect l="l" t="t" r="r" b="b"/>
              <a:pathLst>
                <a:path w="120000" h="120000" extrusionOk="0">
                  <a:moveTo>
                    <a:pt x="0" y="0"/>
                  </a:moveTo>
                  <a:lnTo>
                    <a:pt x="120000" y="120000"/>
                  </a:lnTo>
                  <a:lnTo>
                    <a:pt x="120000" y="119628"/>
                  </a:lnTo>
                  <a:lnTo>
                    <a:pt x="6124" y="0"/>
                  </a:lnTo>
                  <a:lnTo>
                    <a:pt x="0" y="0"/>
                  </a:lnTo>
                  <a:lnTo>
                    <a:pt x="0" y="0"/>
                  </a:lnTo>
                  <a:close/>
                </a:path>
              </a:pathLst>
            </a:custGeom>
            <a:gradFill>
              <a:gsLst>
                <a:gs pos="0">
                  <a:srgbClr val="00006F"/>
                </a:gs>
                <a:gs pos="100000">
                  <a:schemeClr val="lt1"/>
                </a:gs>
              </a:gsLst>
              <a:lin ang="27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246" name="Google Shape;246;p77"/>
            <p:cNvSpPr/>
            <p:nvPr/>
          </p:nvSpPr>
          <p:spPr>
            <a:xfrm>
              <a:off x="7907336" y="0"/>
              <a:ext cx="1227136" cy="2360611"/>
            </a:xfrm>
            <a:custGeom>
              <a:avLst/>
              <a:gdLst/>
              <a:ahLst/>
              <a:cxnLst/>
              <a:rect l="l" t="t" r="r" b="b"/>
              <a:pathLst>
                <a:path w="120000" h="120000" extrusionOk="0">
                  <a:moveTo>
                    <a:pt x="119999" y="115642"/>
                  </a:moveTo>
                  <a:lnTo>
                    <a:pt x="6536" y="0"/>
                  </a:lnTo>
                  <a:lnTo>
                    <a:pt x="0" y="0"/>
                  </a:lnTo>
                  <a:lnTo>
                    <a:pt x="119999" y="120000"/>
                  </a:lnTo>
                  <a:lnTo>
                    <a:pt x="119999" y="115642"/>
                  </a:lnTo>
                  <a:lnTo>
                    <a:pt x="119999" y="115642"/>
                  </a:lnTo>
                  <a:close/>
                </a:path>
              </a:pathLst>
            </a:custGeom>
            <a:gradFill>
              <a:gsLst>
                <a:gs pos="0">
                  <a:srgbClr val="000079"/>
                </a:gs>
                <a:gs pos="100000">
                  <a:schemeClr val="lt1"/>
                </a:gs>
              </a:gsLst>
              <a:lin ang="27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grpSp>
          <p:nvGrpSpPr>
            <p:cNvPr id="247" name="Google Shape;247;p77"/>
            <p:cNvGrpSpPr/>
            <p:nvPr/>
          </p:nvGrpSpPr>
          <p:grpSpPr>
            <a:xfrm>
              <a:off x="0" y="2590800"/>
              <a:ext cx="9140824" cy="2949574"/>
              <a:chOff x="0" y="2590800"/>
              <a:chExt cx="9140824" cy="2949574"/>
            </a:xfrm>
          </p:grpSpPr>
          <p:sp>
            <p:nvSpPr>
              <p:cNvPr id="248" name="Google Shape;248;p77"/>
              <p:cNvSpPr/>
              <p:nvPr/>
            </p:nvSpPr>
            <p:spPr>
              <a:xfrm>
                <a:off x="0" y="2590800"/>
                <a:ext cx="5826124" cy="2084387"/>
              </a:xfrm>
              <a:custGeom>
                <a:avLst/>
                <a:gdLst/>
                <a:ahLst/>
                <a:cxnLst/>
                <a:rect l="l" t="t" r="r" b="b"/>
                <a:pathLst>
                  <a:path w="120000" h="120000" extrusionOk="0">
                    <a:moveTo>
                      <a:pt x="0" y="0"/>
                    </a:moveTo>
                    <a:lnTo>
                      <a:pt x="0" y="33450"/>
                    </a:lnTo>
                    <a:lnTo>
                      <a:pt x="119212" y="120000"/>
                    </a:lnTo>
                    <a:lnTo>
                      <a:pt x="119606" y="112871"/>
                    </a:lnTo>
                    <a:lnTo>
                      <a:pt x="120000" y="106290"/>
                    </a:lnTo>
                    <a:lnTo>
                      <a:pt x="0" y="0"/>
                    </a:lnTo>
                    <a:lnTo>
                      <a:pt x="0" y="0"/>
                    </a:lnTo>
                    <a:close/>
                  </a:path>
                </a:pathLst>
              </a:custGeom>
              <a:gradFill>
                <a:gsLst>
                  <a:gs pos="0">
                    <a:srgbClr val="00006F"/>
                  </a:gs>
                  <a:gs pos="100000">
                    <a:schemeClr val="lt1"/>
                  </a:gs>
                </a:gsLst>
                <a:lin ang="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249" name="Google Shape;249;p77"/>
              <p:cNvSpPr/>
              <p:nvPr/>
            </p:nvSpPr>
            <p:spPr>
              <a:xfrm>
                <a:off x="5788025" y="4437062"/>
                <a:ext cx="3352799" cy="1103312"/>
              </a:xfrm>
              <a:custGeom>
                <a:avLst/>
                <a:gdLst/>
                <a:ahLst/>
                <a:cxnLst/>
                <a:rect l="l" t="t" r="r" b="b"/>
                <a:pathLst>
                  <a:path w="120000" h="120000" extrusionOk="0">
                    <a:moveTo>
                      <a:pt x="120000" y="114820"/>
                    </a:moveTo>
                    <a:lnTo>
                      <a:pt x="1368" y="0"/>
                    </a:lnTo>
                    <a:lnTo>
                      <a:pt x="684" y="12431"/>
                    </a:lnTo>
                    <a:lnTo>
                      <a:pt x="0" y="25899"/>
                    </a:lnTo>
                    <a:lnTo>
                      <a:pt x="120000" y="120000"/>
                    </a:lnTo>
                    <a:lnTo>
                      <a:pt x="120000" y="114820"/>
                    </a:lnTo>
                    <a:lnTo>
                      <a:pt x="120000" y="114820"/>
                    </a:lnTo>
                    <a:close/>
                  </a:path>
                </a:pathLst>
              </a:custGeom>
              <a:gradFill>
                <a:gsLst>
                  <a:gs pos="0">
                    <a:schemeClr val="lt1"/>
                  </a:gs>
                  <a:gs pos="100000">
                    <a:srgbClr val="1717A2"/>
                  </a:gs>
                </a:gsLst>
                <a:lin ang="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grpSp>
      </p:grpSp>
      <p:sp>
        <p:nvSpPr>
          <p:cNvPr id="250" name="Google Shape;250;p77"/>
          <p:cNvSpPr txBox="1">
            <a:spLocks noGrp="1"/>
          </p:cNvSpPr>
          <p:nvPr>
            <p:ph type="title"/>
          </p:nvPr>
        </p:nvSpPr>
        <p:spPr>
          <a:xfrm>
            <a:off x="457200" y="277812"/>
            <a:ext cx="8229600" cy="1143000"/>
          </a:xfrm>
          <a:prstGeom prst="rect">
            <a:avLst/>
          </a:prstGeom>
          <a:noFill/>
          <a:ln>
            <a:noFill/>
          </a:ln>
        </p:spPr>
        <p:txBody>
          <a:bodyPr spcFirstLastPara="1" wrap="square" lIns="91425" tIns="91425" rIns="91425" bIns="91425" anchor="ctr" anchorCtr="0">
            <a:no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51" name="Google Shape;251;p77"/>
          <p:cNvSpPr txBox="1">
            <a:spLocks noGrp="1"/>
          </p:cNvSpPr>
          <p:nvPr>
            <p:ph type="body" idx="1"/>
          </p:nvPr>
        </p:nvSpPr>
        <p:spPr>
          <a:xfrm>
            <a:off x="457200" y="1600200"/>
            <a:ext cx="8229600" cy="4530725"/>
          </a:xfrm>
          <a:prstGeom prst="rect">
            <a:avLst/>
          </a:prstGeom>
          <a:noFill/>
          <a:ln>
            <a:noFill/>
          </a:ln>
        </p:spPr>
        <p:txBody>
          <a:bodyPr spcFirstLastPara="1" wrap="square" lIns="91425" tIns="91425" rIns="91425" bIns="91425"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252" name="Google Shape;252;p77"/>
          <p:cNvSpPr txBox="1">
            <a:spLocks noGrp="1"/>
          </p:cNvSpPr>
          <p:nvPr>
            <p:ph type="dt" idx="10"/>
          </p:nvPr>
        </p:nvSpPr>
        <p:spPr>
          <a:xfrm>
            <a:off x="457200" y="6243637"/>
            <a:ext cx="2133600" cy="457200"/>
          </a:xfrm>
          <a:prstGeom prst="rect">
            <a:avLst/>
          </a:prstGeom>
          <a:noFill/>
          <a:ln>
            <a:noFill/>
          </a:ln>
        </p:spPr>
        <p:txBody>
          <a:bodyPr spcFirstLastPara="1" wrap="square" lIns="91425" tIns="91425" rIns="91425" bIns="91425" anchor="b" anchorCtr="0">
            <a:noAutofit/>
          </a:bodyPr>
          <a:lstStyle>
            <a:lvl1pPr marR="0" lvl="0" algn="l" rtl="0">
              <a:lnSpc>
                <a:spcPct val="100000"/>
              </a:lnSpc>
              <a:spcBef>
                <a:spcPts val="0"/>
              </a:spcBef>
              <a:spcAft>
                <a:spcPts val="0"/>
              </a:spcAft>
              <a:buSzPts val="1400"/>
              <a:buNone/>
              <a:defRPr sz="1400" b="0" i="0" u="none">
                <a:solidFill>
                  <a:srgbClr val="000000"/>
                </a:solidFill>
                <a:latin typeface="Arial"/>
                <a:ea typeface="Arial"/>
                <a:cs typeface="Arial"/>
                <a:sym typeface="Arial"/>
              </a:defRPr>
            </a:lvl1pPr>
            <a:lvl2pPr marR="0" lvl="1"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
        <p:nvSpPr>
          <p:cNvPr id="253" name="Google Shape;253;p77"/>
          <p:cNvSpPr txBox="1">
            <a:spLocks noGrp="1"/>
          </p:cNvSpPr>
          <p:nvPr>
            <p:ph type="ftr" idx="11"/>
          </p:nvPr>
        </p:nvSpPr>
        <p:spPr>
          <a:xfrm>
            <a:off x="3124200" y="6248400"/>
            <a:ext cx="2895600" cy="457200"/>
          </a:xfrm>
          <a:prstGeom prst="rect">
            <a:avLst/>
          </a:prstGeom>
          <a:noFill/>
          <a:ln>
            <a:noFill/>
          </a:ln>
        </p:spPr>
        <p:txBody>
          <a:bodyPr spcFirstLastPara="1" wrap="square" lIns="91425" tIns="91425" rIns="91425" bIns="91425" anchor="b" anchorCtr="0">
            <a:noAutofit/>
          </a:bodyPr>
          <a:lstStyle>
            <a:lvl1pPr marR="0" lvl="0" algn="l" rtl="0">
              <a:lnSpc>
                <a:spcPct val="100000"/>
              </a:lnSpc>
              <a:spcBef>
                <a:spcPts val="0"/>
              </a:spcBef>
              <a:spcAft>
                <a:spcPts val="0"/>
              </a:spcAft>
              <a:buSzPts val="1400"/>
              <a:buNone/>
              <a:defRPr sz="1400" b="0" i="0" u="none">
                <a:solidFill>
                  <a:srgbClr val="000000"/>
                </a:solidFill>
                <a:latin typeface="Arial"/>
                <a:ea typeface="Arial"/>
                <a:cs typeface="Arial"/>
                <a:sym typeface="Arial"/>
              </a:defRPr>
            </a:lvl1pPr>
            <a:lvl2pPr marR="0" lvl="1"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
        <p:nvSpPr>
          <p:cNvPr id="254" name="Google Shape;254;p77"/>
          <p:cNvSpPr txBox="1">
            <a:spLocks noGrp="1"/>
          </p:cNvSpPr>
          <p:nvPr>
            <p:ph type="sldNum" idx="12"/>
          </p:nvPr>
        </p:nvSpPr>
        <p:spPr>
          <a:xfrm>
            <a:off x="6553200" y="6243637"/>
            <a:ext cx="2133600" cy="457200"/>
          </a:xfrm>
          <a:prstGeom prst="rect">
            <a:avLst/>
          </a:prstGeom>
          <a:noFill/>
          <a:ln>
            <a:noFill/>
          </a:ln>
        </p:spPr>
        <p:txBody>
          <a:bodyPr spcFirstLastPara="1" wrap="square" lIns="91425" tIns="45700" rIns="91425" bIns="45700" anchor="b" anchorCtr="0">
            <a:noAutofit/>
          </a:bodyPr>
          <a:lstStyle>
            <a:lvl1pPr marL="0" marR="0" lvl="0" indent="0" algn="r" rtl="0">
              <a:lnSpc>
                <a:spcPct val="100000"/>
              </a:lnSpc>
              <a:spcBef>
                <a:spcPts val="0"/>
              </a:spcBef>
              <a:spcAft>
                <a:spcPts val="0"/>
              </a:spcAft>
              <a:buClr>
                <a:srgbClr val="FFFFFF"/>
              </a:buClr>
              <a:buSzPts val="1200"/>
              <a:buFont typeface="Arial"/>
              <a:buNone/>
              <a:defRPr sz="1200" b="0" i="0" u="none">
                <a:solidFill>
                  <a:srgbClr val="FFFFFF"/>
                </a:solidFill>
                <a:latin typeface="Arial"/>
                <a:ea typeface="Arial"/>
                <a:cs typeface="Arial"/>
                <a:sym typeface="Arial"/>
              </a:defRPr>
            </a:lvl1pPr>
            <a:lvl2pPr marL="0" marR="0" lvl="1" indent="0" algn="r" rtl="0">
              <a:lnSpc>
                <a:spcPct val="100000"/>
              </a:lnSpc>
              <a:spcBef>
                <a:spcPts val="0"/>
              </a:spcBef>
              <a:spcAft>
                <a:spcPts val="0"/>
              </a:spcAft>
              <a:buClr>
                <a:srgbClr val="FFFFFF"/>
              </a:buClr>
              <a:buSzPts val="1200"/>
              <a:buFont typeface="Arial"/>
              <a:buNone/>
              <a:defRPr sz="1200" b="0" i="0" u="none">
                <a:solidFill>
                  <a:srgbClr val="FFFFFF"/>
                </a:solidFill>
                <a:latin typeface="Arial"/>
                <a:ea typeface="Arial"/>
                <a:cs typeface="Arial"/>
                <a:sym typeface="Arial"/>
              </a:defRPr>
            </a:lvl2pPr>
            <a:lvl3pPr marL="0" marR="0" lvl="2" indent="0" algn="r" rtl="0">
              <a:lnSpc>
                <a:spcPct val="100000"/>
              </a:lnSpc>
              <a:spcBef>
                <a:spcPts val="0"/>
              </a:spcBef>
              <a:spcAft>
                <a:spcPts val="0"/>
              </a:spcAft>
              <a:buClr>
                <a:srgbClr val="FFFFFF"/>
              </a:buClr>
              <a:buSzPts val="1200"/>
              <a:buFont typeface="Arial"/>
              <a:buNone/>
              <a:defRPr sz="1200" b="0" i="0" u="none">
                <a:solidFill>
                  <a:srgbClr val="FFFFFF"/>
                </a:solidFill>
                <a:latin typeface="Arial"/>
                <a:ea typeface="Arial"/>
                <a:cs typeface="Arial"/>
                <a:sym typeface="Arial"/>
              </a:defRPr>
            </a:lvl3pPr>
            <a:lvl4pPr marL="0" marR="0" lvl="3" indent="0" algn="r" rtl="0">
              <a:lnSpc>
                <a:spcPct val="100000"/>
              </a:lnSpc>
              <a:spcBef>
                <a:spcPts val="0"/>
              </a:spcBef>
              <a:spcAft>
                <a:spcPts val="0"/>
              </a:spcAft>
              <a:buClr>
                <a:srgbClr val="FFFFFF"/>
              </a:buClr>
              <a:buSzPts val="1200"/>
              <a:buFont typeface="Arial"/>
              <a:buNone/>
              <a:defRPr sz="1200" b="0" i="0" u="none">
                <a:solidFill>
                  <a:srgbClr val="FFFFFF"/>
                </a:solidFill>
                <a:latin typeface="Arial"/>
                <a:ea typeface="Arial"/>
                <a:cs typeface="Arial"/>
                <a:sym typeface="Arial"/>
              </a:defRPr>
            </a:lvl4pPr>
            <a:lvl5pPr marL="0" marR="0" lvl="4" indent="0" algn="r" rtl="0">
              <a:lnSpc>
                <a:spcPct val="100000"/>
              </a:lnSpc>
              <a:spcBef>
                <a:spcPts val="0"/>
              </a:spcBef>
              <a:spcAft>
                <a:spcPts val="0"/>
              </a:spcAft>
              <a:buClr>
                <a:srgbClr val="FFFFFF"/>
              </a:buClr>
              <a:buSzPts val="1200"/>
              <a:buFont typeface="Arial"/>
              <a:buNone/>
              <a:defRPr sz="1200" b="0" i="0" u="none">
                <a:solidFill>
                  <a:srgbClr val="FFFFFF"/>
                </a:solidFill>
                <a:latin typeface="Arial"/>
                <a:ea typeface="Arial"/>
                <a:cs typeface="Arial"/>
                <a:sym typeface="Arial"/>
              </a:defRPr>
            </a:lvl5pPr>
            <a:lvl6pPr marL="0" marR="0" lvl="5" indent="0" algn="r" rtl="0">
              <a:lnSpc>
                <a:spcPct val="100000"/>
              </a:lnSpc>
              <a:spcBef>
                <a:spcPts val="0"/>
              </a:spcBef>
              <a:spcAft>
                <a:spcPts val="0"/>
              </a:spcAft>
              <a:buClr>
                <a:srgbClr val="FFFFFF"/>
              </a:buClr>
              <a:buSzPts val="1200"/>
              <a:buFont typeface="Arial"/>
              <a:buNone/>
              <a:defRPr sz="1200" b="0" i="0" u="none">
                <a:solidFill>
                  <a:srgbClr val="FFFFFF"/>
                </a:solidFill>
                <a:latin typeface="Arial"/>
                <a:ea typeface="Arial"/>
                <a:cs typeface="Arial"/>
                <a:sym typeface="Arial"/>
              </a:defRPr>
            </a:lvl6pPr>
            <a:lvl7pPr marL="0" marR="0" lvl="6" indent="0" algn="r" rtl="0">
              <a:lnSpc>
                <a:spcPct val="100000"/>
              </a:lnSpc>
              <a:spcBef>
                <a:spcPts val="0"/>
              </a:spcBef>
              <a:spcAft>
                <a:spcPts val="0"/>
              </a:spcAft>
              <a:buClr>
                <a:srgbClr val="FFFFFF"/>
              </a:buClr>
              <a:buSzPts val="1200"/>
              <a:buFont typeface="Arial"/>
              <a:buNone/>
              <a:defRPr sz="1200" b="0" i="0" u="none">
                <a:solidFill>
                  <a:srgbClr val="FFFFFF"/>
                </a:solidFill>
                <a:latin typeface="Arial"/>
                <a:ea typeface="Arial"/>
                <a:cs typeface="Arial"/>
                <a:sym typeface="Arial"/>
              </a:defRPr>
            </a:lvl7pPr>
            <a:lvl8pPr marL="0" marR="0" lvl="7" indent="0" algn="r" rtl="0">
              <a:lnSpc>
                <a:spcPct val="100000"/>
              </a:lnSpc>
              <a:spcBef>
                <a:spcPts val="0"/>
              </a:spcBef>
              <a:spcAft>
                <a:spcPts val="0"/>
              </a:spcAft>
              <a:buClr>
                <a:srgbClr val="FFFFFF"/>
              </a:buClr>
              <a:buSzPts val="1200"/>
              <a:buFont typeface="Arial"/>
              <a:buNone/>
              <a:defRPr sz="1200" b="0" i="0" u="none">
                <a:solidFill>
                  <a:srgbClr val="FFFFFF"/>
                </a:solidFill>
                <a:latin typeface="Arial"/>
                <a:ea typeface="Arial"/>
                <a:cs typeface="Arial"/>
                <a:sym typeface="Arial"/>
              </a:defRPr>
            </a:lvl8pPr>
            <a:lvl9pPr marL="0" marR="0" lvl="8" indent="0" algn="r" rtl="0">
              <a:lnSpc>
                <a:spcPct val="100000"/>
              </a:lnSpc>
              <a:spcBef>
                <a:spcPts val="0"/>
              </a:spcBef>
              <a:spcAft>
                <a:spcPts val="0"/>
              </a:spcAft>
              <a:buClr>
                <a:srgbClr val="FFFFFF"/>
              </a:buClr>
              <a:buSzPts val="1200"/>
              <a:buFont typeface="Arial"/>
              <a:buNone/>
              <a:defRPr sz="1200" b="0" i="0" u="none">
                <a:solidFill>
                  <a:srgbClr val="FFFFF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‹N°›</a:t>
            </a:fld>
            <a:endParaRPr sz="1400">
              <a:solidFill>
                <a:srgbClr val="000000"/>
              </a:solidFill>
            </a:endParaRPr>
          </a:p>
        </p:txBody>
      </p:sp>
    </p:spTree>
  </p:cSld>
  <p:clrMap bg1="lt1" tx1="dk1" bg2="dk2" tx2="lt2" accent1="accent1" accent2="accent2" accent3="accent3" accent4="accent4" accent5="accent5" accent6="accent6" hlink="hlink" folHlink="folHlink"/>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tx2">
            <a:lumMod val="50000"/>
          </a:schemeClr>
        </a:solidFill>
        <a:effectLst/>
      </p:bgPr>
    </p:bg>
    <p:spTree>
      <p:nvGrpSpPr>
        <p:cNvPr id="1" name="Shape 255"/>
        <p:cNvGrpSpPr/>
        <p:nvPr/>
      </p:nvGrpSpPr>
      <p:grpSpPr>
        <a:xfrm>
          <a:off x="0" y="0"/>
          <a:ext cx="0" cy="0"/>
          <a:chOff x="0" y="0"/>
          <a:chExt cx="0" cy="0"/>
        </a:xfrm>
      </p:grpSpPr>
      <p:grpSp>
        <p:nvGrpSpPr>
          <p:cNvPr id="256" name="Google Shape;256;p78"/>
          <p:cNvGrpSpPr/>
          <p:nvPr/>
        </p:nvGrpSpPr>
        <p:grpSpPr>
          <a:xfrm>
            <a:off x="0" y="0"/>
            <a:ext cx="9144000" cy="6856412"/>
            <a:chOff x="0" y="0"/>
            <a:chExt cx="9143999" cy="6856412"/>
          </a:xfrm>
        </p:grpSpPr>
        <p:sp>
          <p:nvSpPr>
            <p:cNvPr id="257" name="Google Shape;257;p78"/>
            <p:cNvSpPr/>
            <p:nvPr/>
          </p:nvSpPr>
          <p:spPr>
            <a:xfrm>
              <a:off x="0" y="19050"/>
              <a:ext cx="9140825" cy="5195886"/>
            </a:xfrm>
            <a:custGeom>
              <a:avLst/>
              <a:gdLst/>
              <a:ahLst/>
              <a:cxnLst/>
              <a:rect l="l" t="t" r="r" b="b"/>
              <a:pathLst>
                <a:path w="120000" h="120000" extrusionOk="0">
                  <a:moveTo>
                    <a:pt x="66752" y="66581"/>
                  </a:moveTo>
                  <a:lnTo>
                    <a:pt x="0" y="0"/>
                  </a:lnTo>
                  <a:lnTo>
                    <a:pt x="0" y="19138"/>
                  </a:lnTo>
                  <a:lnTo>
                    <a:pt x="63491" y="72520"/>
                  </a:lnTo>
                  <a:lnTo>
                    <a:pt x="120000" y="120000"/>
                  </a:lnTo>
                  <a:lnTo>
                    <a:pt x="120000" y="119780"/>
                  </a:lnTo>
                  <a:lnTo>
                    <a:pt x="66752" y="66581"/>
                  </a:lnTo>
                  <a:lnTo>
                    <a:pt x="66752" y="66581"/>
                  </a:lnTo>
                  <a:close/>
                </a:path>
              </a:pathLst>
            </a:custGeom>
            <a:gradFill>
              <a:gsLst>
                <a:gs pos="0">
                  <a:srgbClr val="000051"/>
                </a:gs>
                <a:gs pos="100000">
                  <a:schemeClr val="lt2"/>
                </a:gs>
              </a:gsLst>
              <a:lin ang="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258" name="Google Shape;258;p78"/>
            <p:cNvSpPr/>
            <p:nvPr/>
          </p:nvSpPr>
          <p:spPr>
            <a:xfrm>
              <a:off x="236537" y="0"/>
              <a:ext cx="8904287" cy="5148262"/>
            </a:xfrm>
            <a:custGeom>
              <a:avLst/>
              <a:gdLst/>
              <a:ahLst/>
              <a:cxnLst/>
              <a:rect l="l" t="t" r="r" b="b"/>
              <a:pathLst>
                <a:path w="120000" h="120000" extrusionOk="0">
                  <a:moveTo>
                    <a:pt x="67887" y="63422"/>
                  </a:moveTo>
                  <a:lnTo>
                    <a:pt x="9250" y="0"/>
                  </a:lnTo>
                  <a:lnTo>
                    <a:pt x="0" y="0"/>
                  </a:lnTo>
                  <a:lnTo>
                    <a:pt x="66235" y="66086"/>
                  </a:lnTo>
                  <a:lnTo>
                    <a:pt x="119999" y="120000"/>
                  </a:lnTo>
                  <a:lnTo>
                    <a:pt x="119999" y="119777"/>
                  </a:lnTo>
                  <a:lnTo>
                    <a:pt x="67887" y="63422"/>
                  </a:lnTo>
                  <a:lnTo>
                    <a:pt x="67887" y="63422"/>
                  </a:lnTo>
                  <a:close/>
                </a:path>
              </a:pathLst>
            </a:custGeom>
            <a:gradFill>
              <a:gsLst>
                <a:gs pos="0">
                  <a:srgbClr val="00005D"/>
                </a:gs>
                <a:gs pos="100000">
                  <a:schemeClr val="lt1"/>
                </a:gs>
              </a:gsLst>
              <a:lin ang="27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259" name="Google Shape;259;p78"/>
            <p:cNvSpPr/>
            <p:nvPr/>
          </p:nvSpPr>
          <p:spPr>
            <a:xfrm>
              <a:off x="0" y="5449887"/>
              <a:ext cx="6410325" cy="303211"/>
            </a:xfrm>
            <a:custGeom>
              <a:avLst/>
              <a:gdLst/>
              <a:ahLst/>
              <a:cxnLst/>
              <a:rect l="l" t="t" r="r" b="b"/>
              <a:pathLst>
                <a:path w="120000" h="120000" extrusionOk="0">
                  <a:moveTo>
                    <a:pt x="0" y="97500"/>
                  </a:moveTo>
                  <a:lnTo>
                    <a:pt x="120000" y="120000"/>
                  </a:lnTo>
                  <a:lnTo>
                    <a:pt x="120000" y="90000"/>
                  </a:lnTo>
                  <a:lnTo>
                    <a:pt x="0" y="0"/>
                  </a:lnTo>
                  <a:lnTo>
                    <a:pt x="0" y="97500"/>
                  </a:lnTo>
                  <a:lnTo>
                    <a:pt x="0" y="97500"/>
                  </a:lnTo>
                  <a:close/>
                </a:path>
              </a:pathLst>
            </a:custGeom>
            <a:gradFill>
              <a:gsLst>
                <a:gs pos="0">
                  <a:srgbClr val="000061"/>
                </a:gs>
                <a:gs pos="100000">
                  <a:schemeClr val="lt2"/>
                </a:gs>
              </a:gsLst>
              <a:lin ang="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260" name="Google Shape;260;p78"/>
            <p:cNvSpPr/>
            <p:nvPr/>
          </p:nvSpPr>
          <p:spPr>
            <a:xfrm>
              <a:off x="6410325" y="5678487"/>
              <a:ext cx="2730500" cy="103186"/>
            </a:xfrm>
            <a:custGeom>
              <a:avLst/>
              <a:gdLst/>
              <a:ahLst/>
              <a:cxnLst/>
              <a:rect l="l" t="t" r="r" b="b"/>
              <a:pathLst>
                <a:path w="120000" h="120000" extrusionOk="0">
                  <a:moveTo>
                    <a:pt x="120000" y="120000"/>
                  </a:moveTo>
                  <a:lnTo>
                    <a:pt x="120000" y="109090"/>
                  </a:lnTo>
                  <a:lnTo>
                    <a:pt x="0" y="0"/>
                  </a:lnTo>
                  <a:lnTo>
                    <a:pt x="0" y="87272"/>
                  </a:lnTo>
                  <a:lnTo>
                    <a:pt x="120000" y="120000"/>
                  </a:lnTo>
                  <a:lnTo>
                    <a:pt x="120000" y="120000"/>
                  </a:lnTo>
                  <a:close/>
                </a:path>
              </a:pathLst>
            </a:custGeom>
            <a:gradFill>
              <a:gsLst>
                <a:gs pos="0">
                  <a:schemeClr val="lt2"/>
                </a:gs>
                <a:gs pos="100000">
                  <a:schemeClr val="lt1"/>
                </a:gs>
              </a:gsLst>
              <a:lin ang="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261" name="Google Shape;261;p78"/>
            <p:cNvSpPr/>
            <p:nvPr/>
          </p:nvSpPr>
          <p:spPr>
            <a:xfrm>
              <a:off x="0" y="5915025"/>
              <a:ext cx="7594599" cy="522286"/>
            </a:xfrm>
            <a:custGeom>
              <a:avLst/>
              <a:gdLst/>
              <a:ahLst/>
              <a:cxnLst/>
              <a:rect l="l" t="t" r="r" b="b"/>
              <a:pathLst>
                <a:path w="120000" h="120000" extrusionOk="0">
                  <a:moveTo>
                    <a:pt x="0" y="120000"/>
                  </a:moveTo>
                  <a:lnTo>
                    <a:pt x="120000" y="28085"/>
                  </a:lnTo>
                  <a:lnTo>
                    <a:pt x="120000" y="0"/>
                  </a:lnTo>
                  <a:lnTo>
                    <a:pt x="0" y="39027"/>
                  </a:lnTo>
                  <a:lnTo>
                    <a:pt x="0" y="120000"/>
                  </a:lnTo>
                  <a:lnTo>
                    <a:pt x="0" y="120000"/>
                  </a:lnTo>
                  <a:close/>
                </a:path>
              </a:pathLst>
            </a:custGeom>
            <a:gradFill>
              <a:gsLst>
                <a:gs pos="0">
                  <a:srgbClr val="00007D"/>
                </a:gs>
                <a:gs pos="100000">
                  <a:schemeClr val="lt1"/>
                </a:gs>
              </a:gsLst>
              <a:lin ang="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262" name="Google Shape;262;p78"/>
            <p:cNvSpPr/>
            <p:nvPr/>
          </p:nvSpPr>
          <p:spPr>
            <a:xfrm>
              <a:off x="7594600" y="5876925"/>
              <a:ext cx="1546225" cy="160337"/>
            </a:xfrm>
            <a:custGeom>
              <a:avLst/>
              <a:gdLst/>
              <a:ahLst/>
              <a:cxnLst/>
              <a:rect l="l" t="t" r="r" b="b"/>
              <a:pathLst>
                <a:path w="120000" h="120000" extrusionOk="0">
                  <a:moveTo>
                    <a:pt x="120000" y="57029"/>
                  </a:moveTo>
                  <a:lnTo>
                    <a:pt x="120000" y="0"/>
                  </a:lnTo>
                  <a:lnTo>
                    <a:pt x="0" y="28514"/>
                  </a:lnTo>
                  <a:lnTo>
                    <a:pt x="0" y="120000"/>
                  </a:lnTo>
                  <a:lnTo>
                    <a:pt x="120000" y="57029"/>
                  </a:lnTo>
                  <a:lnTo>
                    <a:pt x="120000" y="57029"/>
                  </a:lnTo>
                  <a:close/>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263" name="Google Shape;263;p78"/>
            <p:cNvSpPr/>
            <p:nvPr/>
          </p:nvSpPr>
          <p:spPr>
            <a:xfrm>
              <a:off x="5745162" y="6056312"/>
              <a:ext cx="3395661" cy="314324"/>
            </a:xfrm>
            <a:custGeom>
              <a:avLst/>
              <a:gdLst/>
              <a:ahLst/>
              <a:cxnLst/>
              <a:rect l="l" t="t" r="r" b="b"/>
              <a:pathLst>
                <a:path w="120000" h="120000" extrusionOk="0">
                  <a:moveTo>
                    <a:pt x="120000" y="0"/>
                  </a:moveTo>
                  <a:lnTo>
                    <a:pt x="0" y="94545"/>
                  </a:lnTo>
                  <a:lnTo>
                    <a:pt x="0" y="119999"/>
                  </a:lnTo>
                  <a:lnTo>
                    <a:pt x="120000" y="0"/>
                  </a:lnTo>
                  <a:lnTo>
                    <a:pt x="120000"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264" name="Google Shape;264;p78"/>
            <p:cNvSpPr/>
            <p:nvPr/>
          </p:nvSpPr>
          <p:spPr>
            <a:xfrm>
              <a:off x="0" y="6303962"/>
              <a:ext cx="5745161" cy="552449"/>
            </a:xfrm>
            <a:custGeom>
              <a:avLst/>
              <a:gdLst/>
              <a:ahLst/>
              <a:cxnLst/>
              <a:rect l="l" t="t" r="r" b="b"/>
              <a:pathLst>
                <a:path w="120000" h="120000" extrusionOk="0">
                  <a:moveTo>
                    <a:pt x="0" y="120000"/>
                  </a:moveTo>
                  <a:lnTo>
                    <a:pt x="10300" y="120000"/>
                  </a:lnTo>
                  <a:lnTo>
                    <a:pt x="120000" y="14482"/>
                  </a:lnTo>
                  <a:lnTo>
                    <a:pt x="120000" y="0"/>
                  </a:lnTo>
                  <a:lnTo>
                    <a:pt x="0" y="91034"/>
                  </a:lnTo>
                  <a:lnTo>
                    <a:pt x="0" y="120000"/>
                  </a:lnTo>
                  <a:lnTo>
                    <a:pt x="0" y="120000"/>
                  </a:lnTo>
                  <a:close/>
                </a:path>
              </a:pathLst>
            </a:custGeom>
            <a:gradFill>
              <a:gsLst>
                <a:gs pos="0">
                  <a:srgbClr val="00006F"/>
                </a:gs>
                <a:gs pos="100000">
                  <a:schemeClr val="lt1"/>
                </a:gs>
              </a:gsLst>
              <a:lin ang="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265" name="Google Shape;265;p78"/>
            <p:cNvSpPr/>
            <p:nvPr/>
          </p:nvSpPr>
          <p:spPr>
            <a:xfrm>
              <a:off x="3328987" y="6418262"/>
              <a:ext cx="3990975" cy="438150"/>
            </a:xfrm>
            <a:custGeom>
              <a:avLst/>
              <a:gdLst/>
              <a:ahLst/>
              <a:cxnLst/>
              <a:rect l="l" t="t" r="r" b="b"/>
              <a:pathLst>
                <a:path w="120000" h="120000" extrusionOk="0">
                  <a:moveTo>
                    <a:pt x="104028" y="120000"/>
                  </a:moveTo>
                  <a:lnTo>
                    <a:pt x="120000" y="88695"/>
                  </a:lnTo>
                  <a:lnTo>
                    <a:pt x="107747" y="0"/>
                  </a:lnTo>
                  <a:lnTo>
                    <a:pt x="0" y="120000"/>
                  </a:lnTo>
                  <a:lnTo>
                    <a:pt x="104028" y="120000"/>
                  </a:lnTo>
                  <a:lnTo>
                    <a:pt x="104028" y="12000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266" name="Google Shape;266;p78"/>
            <p:cNvSpPr/>
            <p:nvPr/>
          </p:nvSpPr>
          <p:spPr>
            <a:xfrm>
              <a:off x="6911975" y="6142037"/>
              <a:ext cx="2228850" cy="600075"/>
            </a:xfrm>
            <a:custGeom>
              <a:avLst/>
              <a:gdLst/>
              <a:ahLst/>
              <a:cxnLst/>
              <a:rect l="l" t="t" r="r" b="b"/>
              <a:pathLst>
                <a:path w="120000" h="120000" extrusionOk="0">
                  <a:moveTo>
                    <a:pt x="120000" y="40000"/>
                  </a:moveTo>
                  <a:lnTo>
                    <a:pt x="120000" y="0"/>
                  </a:lnTo>
                  <a:lnTo>
                    <a:pt x="0" y="55238"/>
                  </a:lnTo>
                  <a:lnTo>
                    <a:pt x="21950" y="120000"/>
                  </a:lnTo>
                  <a:lnTo>
                    <a:pt x="120000" y="40000"/>
                  </a:lnTo>
                  <a:lnTo>
                    <a:pt x="120000" y="40000"/>
                  </a:lnTo>
                  <a:close/>
                </a:path>
              </a:pathLst>
            </a:custGeom>
            <a:gradFill>
              <a:gsLst>
                <a:gs pos="0">
                  <a:schemeClr val="lt1"/>
                </a:gs>
                <a:gs pos="100000">
                  <a:srgbClr val="08089C"/>
                </a:gs>
              </a:gsLst>
              <a:lin ang="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267" name="Google Shape;267;p78"/>
            <p:cNvSpPr/>
            <p:nvPr/>
          </p:nvSpPr>
          <p:spPr>
            <a:xfrm>
              <a:off x="7985125" y="5002212"/>
              <a:ext cx="1155700" cy="381000"/>
            </a:xfrm>
            <a:custGeom>
              <a:avLst/>
              <a:gdLst/>
              <a:ahLst/>
              <a:cxnLst/>
              <a:rect l="l" t="t" r="r" b="b"/>
              <a:pathLst>
                <a:path w="120000" h="120000" extrusionOk="0">
                  <a:moveTo>
                    <a:pt x="120000" y="120000"/>
                  </a:moveTo>
                  <a:lnTo>
                    <a:pt x="0" y="0"/>
                  </a:lnTo>
                  <a:lnTo>
                    <a:pt x="0" y="3000"/>
                  </a:lnTo>
                  <a:lnTo>
                    <a:pt x="120000" y="120000"/>
                  </a:lnTo>
                  <a:lnTo>
                    <a:pt x="120000" y="12000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268" name="Google Shape;268;p78"/>
            <p:cNvSpPr/>
            <p:nvPr/>
          </p:nvSpPr>
          <p:spPr>
            <a:xfrm>
              <a:off x="0" y="2359025"/>
              <a:ext cx="7985125" cy="2652712"/>
            </a:xfrm>
            <a:custGeom>
              <a:avLst/>
              <a:gdLst/>
              <a:ahLst/>
              <a:cxnLst/>
              <a:rect l="l" t="t" r="r" b="b"/>
              <a:pathLst>
                <a:path w="120000" h="120000" extrusionOk="0">
                  <a:moveTo>
                    <a:pt x="0" y="5167"/>
                  </a:moveTo>
                  <a:lnTo>
                    <a:pt x="120000" y="119999"/>
                  </a:lnTo>
                  <a:lnTo>
                    <a:pt x="120000" y="119569"/>
                  </a:lnTo>
                  <a:lnTo>
                    <a:pt x="0" y="0"/>
                  </a:lnTo>
                  <a:lnTo>
                    <a:pt x="0" y="5167"/>
                  </a:lnTo>
                  <a:lnTo>
                    <a:pt x="0" y="5167"/>
                  </a:lnTo>
                  <a:close/>
                </a:path>
              </a:pathLst>
            </a:custGeom>
            <a:gradFill>
              <a:gsLst>
                <a:gs pos="0">
                  <a:srgbClr val="000053"/>
                </a:gs>
                <a:gs pos="100000">
                  <a:schemeClr val="lt1"/>
                </a:gs>
              </a:gsLst>
              <a:lin ang="27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269" name="Google Shape;269;p78"/>
            <p:cNvSpPr/>
            <p:nvPr/>
          </p:nvSpPr>
          <p:spPr>
            <a:xfrm>
              <a:off x="7985125" y="4840287"/>
              <a:ext cx="1155700" cy="504824"/>
            </a:xfrm>
            <a:custGeom>
              <a:avLst/>
              <a:gdLst/>
              <a:ahLst/>
              <a:cxnLst/>
              <a:rect l="l" t="t" r="r" b="b"/>
              <a:pathLst>
                <a:path w="120000" h="120000" extrusionOk="0">
                  <a:moveTo>
                    <a:pt x="120000" y="120000"/>
                  </a:moveTo>
                  <a:lnTo>
                    <a:pt x="120000" y="117735"/>
                  </a:lnTo>
                  <a:lnTo>
                    <a:pt x="0" y="0"/>
                  </a:lnTo>
                  <a:lnTo>
                    <a:pt x="0" y="20377"/>
                  </a:lnTo>
                  <a:lnTo>
                    <a:pt x="120000" y="120000"/>
                  </a:lnTo>
                  <a:lnTo>
                    <a:pt x="120000" y="120000"/>
                  </a:lnTo>
                  <a:close/>
                </a:path>
              </a:pathLst>
            </a:custGeom>
            <a:gradFill>
              <a:gsLst>
                <a:gs pos="0">
                  <a:schemeClr val="lt2"/>
                </a:gs>
                <a:gs pos="100000">
                  <a:schemeClr val="lt1"/>
                </a:gs>
              </a:gsLst>
              <a:lin ang="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270" name="Google Shape;270;p78"/>
            <p:cNvSpPr/>
            <p:nvPr/>
          </p:nvSpPr>
          <p:spPr>
            <a:xfrm>
              <a:off x="0" y="1454150"/>
              <a:ext cx="7985125" cy="3471862"/>
            </a:xfrm>
            <a:custGeom>
              <a:avLst/>
              <a:gdLst/>
              <a:ahLst/>
              <a:cxnLst/>
              <a:rect l="l" t="t" r="r" b="b"/>
              <a:pathLst>
                <a:path w="120000" h="120000" extrusionOk="0">
                  <a:moveTo>
                    <a:pt x="0" y="21718"/>
                  </a:moveTo>
                  <a:lnTo>
                    <a:pt x="120000" y="120000"/>
                  </a:lnTo>
                  <a:lnTo>
                    <a:pt x="120000" y="117038"/>
                  </a:lnTo>
                  <a:lnTo>
                    <a:pt x="0" y="0"/>
                  </a:lnTo>
                  <a:lnTo>
                    <a:pt x="0" y="21718"/>
                  </a:lnTo>
                  <a:lnTo>
                    <a:pt x="0" y="21718"/>
                  </a:lnTo>
                  <a:close/>
                </a:path>
              </a:pathLst>
            </a:custGeom>
            <a:gradFill>
              <a:gsLst>
                <a:gs pos="0">
                  <a:srgbClr val="000055"/>
                </a:gs>
                <a:gs pos="100000">
                  <a:schemeClr val="lt2"/>
                </a:gs>
              </a:gsLst>
              <a:lin ang="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271" name="Google Shape;271;p78"/>
            <p:cNvSpPr/>
            <p:nvPr/>
          </p:nvSpPr>
          <p:spPr>
            <a:xfrm>
              <a:off x="3641725" y="0"/>
              <a:ext cx="5014911" cy="4325937"/>
            </a:xfrm>
            <a:custGeom>
              <a:avLst/>
              <a:gdLst/>
              <a:ahLst/>
              <a:cxnLst/>
              <a:rect l="l" t="t" r="r" b="b"/>
              <a:pathLst>
                <a:path w="120000" h="120000" extrusionOk="0">
                  <a:moveTo>
                    <a:pt x="0" y="0"/>
                  </a:moveTo>
                  <a:lnTo>
                    <a:pt x="119317" y="119999"/>
                  </a:lnTo>
                  <a:lnTo>
                    <a:pt x="120000" y="118987"/>
                  </a:lnTo>
                  <a:lnTo>
                    <a:pt x="3869" y="0"/>
                  </a:lnTo>
                  <a:lnTo>
                    <a:pt x="0" y="0"/>
                  </a:lnTo>
                  <a:lnTo>
                    <a:pt x="0" y="0"/>
                  </a:lnTo>
                  <a:close/>
                </a:path>
              </a:pathLst>
            </a:custGeom>
            <a:gradFill>
              <a:gsLst>
                <a:gs pos="0">
                  <a:srgbClr val="00006B"/>
                </a:gs>
                <a:gs pos="100000">
                  <a:schemeClr val="lt1"/>
                </a:gs>
              </a:gsLst>
              <a:lin ang="27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272" name="Google Shape;272;p78"/>
            <p:cNvSpPr/>
            <p:nvPr/>
          </p:nvSpPr>
          <p:spPr>
            <a:xfrm>
              <a:off x="8628061" y="4289425"/>
              <a:ext cx="512762" cy="474661"/>
            </a:xfrm>
            <a:custGeom>
              <a:avLst/>
              <a:gdLst/>
              <a:ahLst/>
              <a:cxnLst/>
              <a:rect l="l" t="t" r="r" b="b"/>
              <a:pathLst>
                <a:path w="120000" h="120000" extrusionOk="0">
                  <a:moveTo>
                    <a:pt x="120000" y="120000"/>
                  </a:moveTo>
                  <a:lnTo>
                    <a:pt x="120000" y="105551"/>
                  </a:lnTo>
                  <a:lnTo>
                    <a:pt x="6687" y="0"/>
                  </a:lnTo>
                  <a:lnTo>
                    <a:pt x="0" y="9230"/>
                  </a:lnTo>
                  <a:lnTo>
                    <a:pt x="120000" y="120000"/>
                  </a:lnTo>
                  <a:lnTo>
                    <a:pt x="120000" y="120000"/>
                  </a:lnTo>
                  <a:close/>
                </a:path>
              </a:pathLst>
            </a:custGeom>
            <a:gradFill>
              <a:gsLst>
                <a:gs pos="0">
                  <a:schemeClr val="lt1"/>
                </a:gs>
                <a:gs pos="100000">
                  <a:srgbClr val="0F0F9F"/>
                </a:gs>
              </a:gsLst>
              <a:lin ang="27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273" name="Google Shape;273;p78"/>
            <p:cNvSpPr/>
            <p:nvPr/>
          </p:nvSpPr>
          <p:spPr>
            <a:xfrm>
              <a:off x="8694736" y="4108450"/>
              <a:ext cx="446086" cy="531811"/>
            </a:xfrm>
            <a:custGeom>
              <a:avLst/>
              <a:gdLst/>
              <a:ahLst/>
              <a:cxnLst/>
              <a:rect l="l" t="t" r="r" b="b"/>
              <a:pathLst>
                <a:path w="120000" h="120000" extrusionOk="0">
                  <a:moveTo>
                    <a:pt x="120000" y="120000"/>
                  </a:moveTo>
                  <a:lnTo>
                    <a:pt x="120000" y="61970"/>
                  </a:lnTo>
                  <a:lnTo>
                    <a:pt x="40996" y="0"/>
                  </a:lnTo>
                  <a:lnTo>
                    <a:pt x="0" y="32238"/>
                  </a:lnTo>
                  <a:lnTo>
                    <a:pt x="120000" y="120000"/>
                  </a:lnTo>
                  <a:lnTo>
                    <a:pt x="120000" y="12000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274" name="Google Shape;274;p78"/>
            <p:cNvSpPr/>
            <p:nvPr/>
          </p:nvSpPr>
          <p:spPr>
            <a:xfrm>
              <a:off x="3895725" y="0"/>
              <a:ext cx="4951411" cy="4251324"/>
            </a:xfrm>
            <a:custGeom>
              <a:avLst/>
              <a:gdLst/>
              <a:ahLst/>
              <a:cxnLst/>
              <a:rect l="l" t="t" r="r" b="b"/>
              <a:pathLst>
                <a:path w="120000" h="120000" extrusionOk="0">
                  <a:moveTo>
                    <a:pt x="0" y="0"/>
                  </a:moveTo>
                  <a:lnTo>
                    <a:pt x="116310" y="120000"/>
                  </a:lnTo>
                  <a:lnTo>
                    <a:pt x="120000" y="115970"/>
                  </a:lnTo>
                  <a:lnTo>
                    <a:pt x="14721" y="0"/>
                  </a:lnTo>
                  <a:lnTo>
                    <a:pt x="0" y="0"/>
                  </a:lnTo>
                  <a:lnTo>
                    <a:pt x="0" y="0"/>
                  </a:lnTo>
                  <a:close/>
                </a:path>
              </a:pathLst>
            </a:custGeom>
            <a:gradFill>
              <a:gsLst>
                <a:gs pos="0">
                  <a:srgbClr val="000047"/>
                </a:gs>
                <a:gs pos="100000">
                  <a:schemeClr val="lt1"/>
                </a:gs>
              </a:gsLst>
              <a:lin ang="27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275" name="Google Shape;275;p78"/>
            <p:cNvSpPr/>
            <p:nvPr/>
          </p:nvSpPr>
          <p:spPr>
            <a:xfrm>
              <a:off x="8931275" y="4022725"/>
              <a:ext cx="209549" cy="209549"/>
            </a:xfrm>
            <a:custGeom>
              <a:avLst/>
              <a:gdLst/>
              <a:ahLst/>
              <a:cxnLst/>
              <a:rect l="l" t="t" r="r" b="b"/>
              <a:pathLst>
                <a:path w="120000" h="120000" extrusionOk="0">
                  <a:moveTo>
                    <a:pt x="120000" y="120000"/>
                  </a:moveTo>
                  <a:lnTo>
                    <a:pt x="0" y="0"/>
                  </a:lnTo>
                  <a:lnTo>
                    <a:pt x="0" y="0"/>
                  </a:lnTo>
                  <a:lnTo>
                    <a:pt x="120000" y="120000"/>
                  </a:lnTo>
                  <a:lnTo>
                    <a:pt x="120000" y="120000"/>
                  </a:lnTo>
                  <a:close/>
                </a:path>
              </a:pathLst>
            </a:custGeom>
            <a:solidFill>
              <a:srgbClr val="FF9999"/>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276" name="Google Shape;276;p78"/>
            <p:cNvSpPr/>
            <p:nvPr/>
          </p:nvSpPr>
          <p:spPr>
            <a:xfrm>
              <a:off x="4940300" y="0"/>
              <a:ext cx="3990975" cy="4022724"/>
            </a:xfrm>
            <a:custGeom>
              <a:avLst/>
              <a:gdLst/>
              <a:ahLst/>
              <a:cxnLst/>
              <a:rect l="l" t="t" r="r" b="b"/>
              <a:pathLst>
                <a:path w="120000" h="120000" extrusionOk="0">
                  <a:moveTo>
                    <a:pt x="0" y="0"/>
                  </a:moveTo>
                  <a:lnTo>
                    <a:pt x="120000" y="120000"/>
                  </a:lnTo>
                  <a:lnTo>
                    <a:pt x="120000" y="120000"/>
                  </a:lnTo>
                  <a:lnTo>
                    <a:pt x="3146" y="0"/>
                  </a:lnTo>
                  <a:lnTo>
                    <a:pt x="0" y="0"/>
                  </a:lnTo>
                  <a:lnTo>
                    <a:pt x="0" y="0"/>
                  </a:lnTo>
                  <a:close/>
                </a:path>
              </a:pathLst>
            </a:custGeom>
            <a:gradFill>
              <a:gsLst>
                <a:gs pos="0">
                  <a:srgbClr val="00004F"/>
                </a:gs>
                <a:gs pos="100000">
                  <a:schemeClr val="lt1"/>
                </a:gs>
              </a:gsLst>
              <a:lin ang="27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277" name="Google Shape;277;p78"/>
            <p:cNvSpPr/>
            <p:nvPr/>
          </p:nvSpPr>
          <p:spPr>
            <a:xfrm>
              <a:off x="5537200" y="0"/>
              <a:ext cx="3489325" cy="3937000"/>
            </a:xfrm>
            <a:custGeom>
              <a:avLst/>
              <a:gdLst/>
              <a:ahLst/>
              <a:cxnLst/>
              <a:rect l="l" t="t" r="r" b="b"/>
              <a:pathLst>
                <a:path w="120000" h="120000" extrusionOk="0">
                  <a:moveTo>
                    <a:pt x="0" y="0"/>
                  </a:moveTo>
                  <a:lnTo>
                    <a:pt x="119345" y="120000"/>
                  </a:lnTo>
                  <a:lnTo>
                    <a:pt x="120000" y="119709"/>
                  </a:lnTo>
                  <a:lnTo>
                    <a:pt x="17290" y="0"/>
                  </a:lnTo>
                  <a:lnTo>
                    <a:pt x="0" y="0"/>
                  </a:lnTo>
                  <a:lnTo>
                    <a:pt x="0" y="0"/>
                  </a:lnTo>
                  <a:close/>
                </a:path>
              </a:pathLst>
            </a:custGeom>
            <a:gradFill>
              <a:gsLst>
                <a:gs pos="0">
                  <a:srgbClr val="000065"/>
                </a:gs>
                <a:gs pos="100000">
                  <a:schemeClr val="lt2"/>
                </a:gs>
              </a:gsLst>
              <a:lin ang="54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278" name="Google Shape;278;p78"/>
            <p:cNvSpPr/>
            <p:nvPr/>
          </p:nvSpPr>
          <p:spPr>
            <a:xfrm>
              <a:off x="9007475" y="3927475"/>
              <a:ext cx="133349" cy="152399"/>
            </a:xfrm>
            <a:custGeom>
              <a:avLst/>
              <a:gdLst/>
              <a:ahLst/>
              <a:cxnLst/>
              <a:rect l="l" t="t" r="r" b="b"/>
              <a:pathLst>
                <a:path w="120000" h="120000" extrusionOk="0">
                  <a:moveTo>
                    <a:pt x="120000" y="120000"/>
                  </a:moveTo>
                  <a:lnTo>
                    <a:pt x="120000" y="112500"/>
                  </a:lnTo>
                  <a:lnTo>
                    <a:pt x="17142" y="0"/>
                  </a:lnTo>
                  <a:lnTo>
                    <a:pt x="0" y="7500"/>
                  </a:lnTo>
                  <a:lnTo>
                    <a:pt x="120000" y="120000"/>
                  </a:lnTo>
                  <a:lnTo>
                    <a:pt x="120000" y="120000"/>
                  </a:lnTo>
                  <a:close/>
                </a:path>
              </a:pathLst>
            </a:custGeom>
            <a:gradFill>
              <a:gsLst>
                <a:gs pos="0">
                  <a:schemeClr val="lt1"/>
                </a:gs>
                <a:gs pos="100000">
                  <a:srgbClr val="1717A2"/>
                </a:gs>
              </a:gsLst>
              <a:lin ang="27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279" name="Google Shape;279;p78"/>
            <p:cNvSpPr/>
            <p:nvPr/>
          </p:nvSpPr>
          <p:spPr>
            <a:xfrm>
              <a:off x="8894761" y="1349375"/>
              <a:ext cx="246062" cy="819150"/>
            </a:xfrm>
            <a:custGeom>
              <a:avLst/>
              <a:gdLst/>
              <a:ahLst/>
              <a:cxnLst/>
              <a:rect l="l" t="t" r="r" b="b"/>
              <a:pathLst>
                <a:path w="120000" h="120000" extrusionOk="0">
                  <a:moveTo>
                    <a:pt x="120000" y="120000"/>
                  </a:moveTo>
                  <a:lnTo>
                    <a:pt x="120000" y="47441"/>
                  </a:lnTo>
                  <a:lnTo>
                    <a:pt x="59612" y="0"/>
                  </a:lnTo>
                  <a:lnTo>
                    <a:pt x="0" y="44651"/>
                  </a:lnTo>
                  <a:lnTo>
                    <a:pt x="120000" y="120000"/>
                  </a:lnTo>
                  <a:lnTo>
                    <a:pt x="120000" y="120000"/>
                  </a:ln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280" name="Google Shape;280;p78"/>
            <p:cNvSpPr/>
            <p:nvPr/>
          </p:nvSpPr>
          <p:spPr>
            <a:xfrm>
              <a:off x="8107361" y="0"/>
              <a:ext cx="909637" cy="1654174"/>
            </a:xfrm>
            <a:custGeom>
              <a:avLst/>
              <a:gdLst/>
              <a:ahLst/>
              <a:cxnLst/>
              <a:rect l="l" t="t" r="r" b="b"/>
              <a:pathLst>
                <a:path w="120000" h="120000" extrusionOk="0">
                  <a:moveTo>
                    <a:pt x="0" y="0"/>
                  </a:moveTo>
                  <a:lnTo>
                    <a:pt x="103902" y="120000"/>
                  </a:lnTo>
                  <a:lnTo>
                    <a:pt x="120000" y="97909"/>
                  </a:lnTo>
                  <a:lnTo>
                    <a:pt x="52473" y="0"/>
                  </a:lnTo>
                  <a:lnTo>
                    <a:pt x="0" y="0"/>
                  </a:lnTo>
                  <a:lnTo>
                    <a:pt x="0" y="0"/>
                  </a:lnTo>
                  <a:close/>
                </a:path>
              </a:pathLst>
            </a:custGeom>
            <a:gradFill>
              <a:gsLst>
                <a:gs pos="0">
                  <a:srgbClr val="000055"/>
                </a:gs>
                <a:gs pos="100000">
                  <a:schemeClr val="lt2"/>
                </a:gs>
              </a:gsLst>
              <a:lin ang="54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281" name="Google Shape;281;p78"/>
            <p:cNvSpPr/>
            <p:nvPr/>
          </p:nvSpPr>
          <p:spPr>
            <a:xfrm>
              <a:off x="8589961" y="0"/>
              <a:ext cx="541337" cy="1263650"/>
            </a:xfrm>
            <a:custGeom>
              <a:avLst/>
              <a:gdLst/>
              <a:ahLst/>
              <a:cxnLst/>
              <a:rect l="l" t="t" r="r" b="b"/>
              <a:pathLst>
                <a:path w="120000" h="120000" extrusionOk="0">
                  <a:moveTo>
                    <a:pt x="50674" y="0"/>
                  </a:moveTo>
                  <a:lnTo>
                    <a:pt x="0" y="0"/>
                  </a:lnTo>
                  <a:lnTo>
                    <a:pt x="100997" y="120000"/>
                  </a:lnTo>
                  <a:lnTo>
                    <a:pt x="119999" y="98318"/>
                  </a:lnTo>
                  <a:lnTo>
                    <a:pt x="50674" y="0"/>
                  </a:lnTo>
                  <a:lnTo>
                    <a:pt x="50674" y="0"/>
                  </a:lnTo>
                  <a:close/>
                </a:path>
              </a:pathLst>
            </a:custGeom>
            <a:gradFill>
              <a:gsLst>
                <a:gs pos="0">
                  <a:srgbClr val="000059"/>
                </a:gs>
                <a:gs pos="100000">
                  <a:schemeClr val="lt2"/>
                </a:gs>
              </a:gsLst>
              <a:lin ang="54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282" name="Google Shape;282;p78"/>
            <p:cNvSpPr/>
            <p:nvPr/>
          </p:nvSpPr>
          <p:spPr>
            <a:xfrm>
              <a:off x="9045575" y="1036637"/>
              <a:ext cx="95250" cy="493711"/>
            </a:xfrm>
            <a:custGeom>
              <a:avLst/>
              <a:gdLst/>
              <a:ahLst/>
              <a:cxnLst/>
              <a:rect l="l" t="t" r="r" b="b"/>
              <a:pathLst>
                <a:path w="120000" h="120000" extrusionOk="0">
                  <a:moveTo>
                    <a:pt x="0" y="55384"/>
                  </a:moveTo>
                  <a:lnTo>
                    <a:pt x="120000" y="120000"/>
                  </a:lnTo>
                  <a:lnTo>
                    <a:pt x="120000" y="2307"/>
                  </a:lnTo>
                  <a:lnTo>
                    <a:pt x="108000" y="0"/>
                  </a:lnTo>
                  <a:lnTo>
                    <a:pt x="0" y="55384"/>
                  </a:lnTo>
                  <a:lnTo>
                    <a:pt x="0" y="55384"/>
                  </a:ln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283" name="Google Shape;283;p78"/>
            <p:cNvSpPr/>
            <p:nvPr/>
          </p:nvSpPr>
          <p:spPr>
            <a:xfrm>
              <a:off x="3175" y="2541586"/>
              <a:ext cx="9131300" cy="2959100"/>
            </a:xfrm>
            <a:custGeom>
              <a:avLst/>
              <a:gdLst/>
              <a:ahLst/>
              <a:cxnLst/>
              <a:rect l="l" t="t" r="r" b="b"/>
              <a:pathLst>
                <a:path w="120000" h="120000" extrusionOk="0">
                  <a:moveTo>
                    <a:pt x="0" y="23884"/>
                  </a:moveTo>
                  <a:lnTo>
                    <a:pt x="120000" y="120000"/>
                  </a:lnTo>
                  <a:lnTo>
                    <a:pt x="120000" y="118068"/>
                  </a:lnTo>
                  <a:lnTo>
                    <a:pt x="0" y="0"/>
                  </a:lnTo>
                  <a:lnTo>
                    <a:pt x="0" y="23884"/>
                  </a:lnTo>
                  <a:lnTo>
                    <a:pt x="0" y="23884"/>
                  </a:lnTo>
                  <a:close/>
                </a:path>
              </a:pathLst>
            </a:custGeom>
            <a:gradFill>
              <a:gsLst>
                <a:gs pos="0">
                  <a:srgbClr val="000061"/>
                </a:gs>
                <a:gs pos="100000">
                  <a:schemeClr val="lt1"/>
                </a:gs>
              </a:gsLst>
              <a:lin ang="27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284" name="Google Shape;284;p78"/>
            <p:cNvSpPr/>
            <p:nvPr/>
          </p:nvSpPr>
          <p:spPr>
            <a:xfrm>
              <a:off x="9134475" y="5529262"/>
              <a:ext cx="9524" cy="9524"/>
            </a:xfrm>
            <a:custGeom>
              <a:avLst/>
              <a:gdLst/>
              <a:ahLst/>
              <a:cxnLst/>
              <a:rect l="l" t="t" r="r" b="b"/>
              <a:pathLst>
                <a:path w="120000" h="120000" extrusionOk="0">
                  <a:moveTo>
                    <a:pt x="120000" y="120000"/>
                  </a:moveTo>
                  <a:lnTo>
                    <a:pt x="0" y="0"/>
                  </a:lnTo>
                  <a:lnTo>
                    <a:pt x="0" y="120000"/>
                  </a:lnTo>
                  <a:lnTo>
                    <a:pt x="120000" y="120000"/>
                  </a:lnTo>
                  <a:lnTo>
                    <a:pt x="120000" y="120000"/>
                  </a:lnTo>
                  <a:close/>
                </a:path>
              </a:pathLst>
            </a:custGeom>
            <a:solidFill>
              <a:srgbClr val="18FF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285" name="Google Shape;285;p78"/>
            <p:cNvSpPr/>
            <p:nvPr/>
          </p:nvSpPr>
          <p:spPr>
            <a:xfrm>
              <a:off x="3175" y="3416300"/>
              <a:ext cx="9131300" cy="2122487"/>
            </a:xfrm>
            <a:custGeom>
              <a:avLst/>
              <a:gdLst/>
              <a:ahLst/>
              <a:cxnLst/>
              <a:rect l="l" t="t" r="r" b="b"/>
              <a:pathLst>
                <a:path w="120000" h="120000" extrusionOk="0">
                  <a:moveTo>
                    <a:pt x="0" y="32849"/>
                  </a:moveTo>
                  <a:lnTo>
                    <a:pt x="120000" y="120000"/>
                  </a:lnTo>
                  <a:lnTo>
                    <a:pt x="120000" y="119461"/>
                  </a:lnTo>
                  <a:lnTo>
                    <a:pt x="0" y="0"/>
                  </a:lnTo>
                  <a:lnTo>
                    <a:pt x="0" y="32849"/>
                  </a:lnTo>
                  <a:lnTo>
                    <a:pt x="0" y="32849"/>
                  </a:lnTo>
                  <a:close/>
                </a:path>
              </a:pathLst>
            </a:custGeom>
            <a:gradFill>
              <a:gsLst>
                <a:gs pos="0">
                  <a:srgbClr val="00005D"/>
                </a:gs>
                <a:gs pos="100000">
                  <a:schemeClr val="lt1"/>
                </a:gs>
              </a:gsLst>
              <a:lin ang="27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286" name="Google Shape;286;p78"/>
            <p:cNvSpPr/>
            <p:nvPr/>
          </p:nvSpPr>
          <p:spPr>
            <a:xfrm>
              <a:off x="3175" y="5043487"/>
              <a:ext cx="9131300" cy="657224"/>
            </a:xfrm>
            <a:custGeom>
              <a:avLst/>
              <a:gdLst/>
              <a:ahLst/>
              <a:cxnLst/>
              <a:rect l="l" t="t" r="r" b="b"/>
              <a:pathLst>
                <a:path w="120000" h="120000" extrusionOk="0">
                  <a:moveTo>
                    <a:pt x="0" y="13913"/>
                  </a:moveTo>
                  <a:lnTo>
                    <a:pt x="120000" y="120000"/>
                  </a:lnTo>
                  <a:lnTo>
                    <a:pt x="120000" y="116521"/>
                  </a:lnTo>
                  <a:lnTo>
                    <a:pt x="0" y="0"/>
                  </a:lnTo>
                  <a:lnTo>
                    <a:pt x="0" y="13913"/>
                  </a:lnTo>
                  <a:lnTo>
                    <a:pt x="0" y="13913"/>
                  </a:lnTo>
                  <a:close/>
                </a:path>
              </a:pathLst>
            </a:custGeom>
            <a:gradFill>
              <a:gsLst>
                <a:gs pos="0">
                  <a:srgbClr val="000082"/>
                </a:gs>
                <a:gs pos="100000">
                  <a:schemeClr val="lt1"/>
                </a:gs>
              </a:gsLst>
              <a:lin ang="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287" name="Google Shape;287;p78"/>
            <p:cNvSpPr/>
            <p:nvPr/>
          </p:nvSpPr>
          <p:spPr>
            <a:xfrm>
              <a:off x="2058986" y="0"/>
              <a:ext cx="7075487" cy="5043487"/>
            </a:xfrm>
            <a:custGeom>
              <a:avLst/>
              <a:gdLst/>
              <a:ahLst/>
              <a:cxnLst/>
              <a:rect l="l" t="t" r="r" b="b"/>
              <a:pathLst>
                <a:path w="120000" h="120000" extrusionOk="0">
                  <a:moveTo>
                    <a:pt x="0" y="0"/>
                  </a:moveTo>
                  <a:lnTo>
                    <a:pt x="120000" y="119999"/>
                  </a:lnTo>
                  <a:lnTo>
                    <a:pt x="120000" y="119093"/>
                  </a:lnTo>
                  <a:lnTo>
                    <a:pt x="3372" y="0"/>
                  </a:lnTo>
                  <a:lnTo>
                    <a:pt x="0" y="0"/>
                  </a:lnTo>
                  <a:lnTo>
                    <a:pt x="0" y="0"/>
                  </a:lnTo>
                  <a:close/>
                </a:path>
              </a:pathLst>
            </a:custGeom>
            <a:gradFill>
              <a:gsLst>
                <a:gs pos="0">
                  <a:srgbClr val="00004A"/>
                </a:gs>
                <a:gs pos="100000">
                  <a:schemeClr val="lt1"/>
                </a:gs>
              </a:gsLst>
              <a:lin ang="27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288" name="Google Shape;288;p78"/>
            <p:cNvSpPr/>
            <p:nvPr/>
          </p:nvSpPr>
          <p:spPr>
            <a:xfrm>
              <a:off x="5272087" y="0"/>
              <a:ext cx="3862387" cy="4149724"/>
            </a:xfrm>
            <a:custGeom>
              <a:avLst/>
              <a:gdLst/>
              <a:ahLst/>
              <a:cxnLst/>
              <a:rect l="l" t="t" r="r" b="b"/>
              <a:pathLst>
                <a:path w="120000" h="120000" extrusionOk="0">
                  <a:moveTo>
                    <a:pt x="0" y="0"/>
                  </a:moveTo>
                  <a:lnTo>
                    <a:pt x="119999" y="120000"/>
                  </a:lnTo>
                  <a:lnTo>
                    <a:pt x="119999" y="119724"/>
                  </a:lnTo>
                  <a:lnTo>
                    <a:pt x="3261" y="0"/>
                  </a:lnTo>
                  <a:lnTo>
                    <a:pt x="0" y="0"/>
                  </a:lnTo>
                  <a:lnTo>
                    <a:pt x="0" y="0"/>
                  </a:lnTo>
                  <a:close/>
                </a:path>
              </a:pathLst>
            </a:custGeom>
            <a:gradFill>
              <a:gsLst>
                <a:gs pos="0">
                  <a:srgbClr val="000082"/>
                </a:gs>
                <a:gs pos="100000">
                  <a:schemeClr val="lt1"/>
                </a:gs>
              </a:gsLst>
              <a:lin ang="27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289" name="Google Shape;289;p78"/>
            <p:cNvSpPr/>
            <p:nvPr/>
          </p:nvSpPr>
          <p:spPr>
            <a:xfrm>
              <a:off x="6270625" y="0"/>
              <a:ext cx="2863849" cy="3911599"/>
            </a:xfrm>
            <a:custGeom>
              <a:avLst/>
              <a:gdLst/>
              <a:ahLst/>
              <a:cxnLst/>
              <a:rect l="l" t="t" r="r" b="b"/>
              <a:pathLst>
                <a:path w="120000" h="120000" extrusionOk="0">
                  <a:moveTo>
                    <a:pt x="32333" y="0"/>
                  </a:moveTo>
                  <a:lnTo>
                    <a:pt x="0" y="0"/>
                  </a:lnTo>
                  <a:lnTo>
                    <a:pt x="120000" y="120000"/>
                  </a:lnTo>
                  <a:lnTo>
                    <a:pt x="120000" y="109480"/>
                  </a:lnTo>
                  <a:lnTo>
                    <a:pt x="119600" y="109480"/>
                  </a:lnTo>
                  <a:lnTo>
                    <a:pt x="32333" y="0"/>
                  </a:lnTo>
                  <a:lnTo>
                    <a:pt x="32333" y="0"/>
                  </a:lnTo>
                  <a:close/>
                </a:path>
              </a:pathLst>
            </a:custGeom>
            <a:gradFill>
              <a:gsLst>
                <a:gs pos="0">
                  <a:srgbClr val="000065"/>
                </a:gs>
                <a:gs pos="100000">
                  <a:schemeClr val="lt2"/>
                </a:gs>
              </a:gsLst>
              <a:lin ang="54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290" name="Google Shape;290;p78"/>
            <p:cNvSpPr/>
            <p:nvPr/>
          </p:nvSpPr>
          <p:spPr>
            <a:xfrm>
              <a:off x="7173911" y="0"/>
              <a:ext cx="1960561" cy="3292474"/>
            </a:xfrm>
            <a:custGeom>
              <a:avLst/>
              <a:gdLst/>
              <a:ahLst/>
              <a:cxnLst/>
              <a:rect l="l" t="t" r="r" b="b"/>
              <a:pathLst>
                <a:path w="120000" h="120000" extrusionOk="0">
                  <a:moveTo>
                    <a:pt x="0" y="0"/>
                  </a:moveTo>
                  <a:lnTo>
                    <a:pt x="120000" y="120000"/>
                  </a:lnTo>
                  <a:lnTo>
                    <a:pt x="120000" y="117917"/>
                  </a:lnTo>
                  <a:lnTo>
                    <a:pt x="4090" y="0"/>
                  </a:lnTo>
                  <a:lnTo>
                    <a:pt x="0" y="0"/>
                  </a:lnTo>
                  <a:lnTo>
                    <a:pt x="0" y="0"/>
                  </a:lnTo>
                  <a:close/>
                </a:path>
              </a:pathLst>
            </a:custGeom>
            <a:gradFill>
              <a:gsLst>
                <a:gs pos="0">
                  <a:srgbClr val="000058"/>
                </a:gs>
                <a:gs pos="100000">
                  <a:schemeClr val="lt1"/>
                </a:gs>
              </a:gsLst>
              <a:lin ang="27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291" name="Google Shape;291;p78"/>
            <p:cNvSpPr/>
            <p:nvPr/>
          </p:nvSpPr>
          <p:spPr>
            <a:xfrm>
              <a:off x="7451725" y="0"/>
              <a:ext cx="1682749" cy="3073399"/>
            </a:xfrm>
            <a:custGeom>
              <a:avLst/>
              <a:gdLst/>
              <a:ahLst/>
              <a:cxnLst/>
              <a:rect l="l" t="t" r="r" b="b"/>
              <a:pathLst>
                <a:path w="120000" h="120000" extrusionOk="0">
                  <a:moveTo>
                    <a:pt x="0" y="0"/>
                  </a:moveTo>
                  <a:lnTo>
                    <a:pt x="120000" y="120000"/>
                  </a:lnTo>
                  <a:lnTo>
                    <a:pt x="120000" y="119628"/>
                  </a:lnTo>
                  <a:lnTo>
                    <a:pt x="6124" y="0"/>
                  </a:lnTo>
                  <a:lnTo>
                    <a:pt x="0" y="0"/>
                  </a:lnTo>
                  <a:lnTo>
                    <a:pt x="0" y="0"/>
                  </a:lnTo>
                  <a:close/>
                </a:path>
              </a:pathLst>
            </a:custGeom>
            <a:gradFill>
              <a:gsLst>
                <a:gs pos="0">
                  <a:srgbClr val="00006F"/>
                </a:gs>
                <a:gs pos="100000">
                  <a:schemeClr val="lt1"/>
                </a:gs>
              </a:gsLst>
              <a:lin ang="27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292" name="Google Shape;292;p78"/>
            <p:cNvSpPr/>
            <p:nvPr/>
          </p:nvSpPr>
          <p:spPr>
            <a:xfrm>
              <a:off x="7907336" y="0"/>
              <a:ext cx="1227136" cy="2360611"/>
            </a:xfrm>
            <a:custGeom>
              <a:avLst/>
              <a:gdLst/>
              <a:ahLst/>
              <a:cxnLst/>
              <a:rect l="l" t="t" r="r" b="b"/>
              <a:pathLst>
                <a:path w="120000" h="120000" extrusionOk="0">
                  <a:moveTo>
                    <a:pt x="119999" y="115642"/>
                  </a:moveTo>
                  <a:lnTo>
                    <a:pt x="6536" y="0"/>
                  </a:lnTo>
                  <a:lnTo>
                    <a:pt x="0" y="0"/>
                  </a:lnTo>
                  <a:lnTo>
                    <a:pt x="119999" y="120000"/>
                  </a:lnTo>
                  <a:lnTo>
                    <a:pt x="119999" y="115642"/>
                  </a:lnTo>
                  <a:lnTo>
                    <a:pt x="119999" y="115642"/>
                  </a:lnTo>
                  <a:close/>
                </a:path>
              </a:pathLst>
            </a:custGeom>
            <a:gradFill>
              <a:gsLst>
                <a:gs pos="0">
                  <a:srgbClr val="000079"/>
                </a:gs>
                <a:gs pos="100000">
                  <a:schemeClr val="lt1"/>
                </a:gs>
              </a:gsLst>
              <a:lin ang="27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grpSp>
          <p:nvGrpSpPr>
            <p:cNvPr id="293" name="Google Shape;293;p78"/>
            <p:cNvGrpSpPr/>
            <p:nvPr/>
          </p:nvGrpSpPr>
          <p:grpSpPr>
            <a:xfrm>
              <a:off x="0" y="2590800"/>
              <a:ext cx="9140824" cy="2949574"/>
              <a:chOff x="0" y="2590800"/>
              <a:chExt cx="9140824" cy="2949574"/>
            </a:xfrm>
          </p:grpSpPr>
          <p:sp>
            <p:nvSpPr>
              <p:cNvPr id="294" name="Google Shape;294;p78"/>
              <p:cNvSpPr/>
              <p:nvPr/>
            </p:nvSpPr>
            <p:spPr>
              <a:xfrm>
                <a:off x="0" y="2590800"/>
                <a:ext cx="5826124" cy="2084387"/>
              </a:xfrm>
              <a:custGeom>
                <a:avLst/>
                <a:gdLst/>
                <a:ahLst/>
                <a:cxnLst/>
                <a:rect l="l" t="t" r="r" b="b"/>
                <a:pathLst>
                  <a:path w="120000" h="120000" extrusionOk="0">
                    <a:moveTo>
                      <a:pt x="0" y="0"/>
                    </a:moveTo>
                    <a:lnTo>
                      <a:pt x="0" y="33450"/>
                    </a:lnTo>
                    <a:lnTo>
                      <a:pt x="119212" y="120000"/>
                    </a:lnTo>
                    <a:lnTo>
                      <a:pt x="119606" y="112871"/>
                    </a:lnTo>
                    <a:lnTo>
                      <a:pt x="120000" y="106290"/>
                    </a:lnTo>
                    <a:lnTo>
                      <a:pt x="0" y="0"/>
                    </a:lnTo>
                    <a:lnTo>
                      <a:pt x="0" y="0"/>
                    </a:lnTo>
                    <a:close/>
                  </a:path>
                </a:pathLst>
              </a:custGeom>
              <a:gradFill>
                <a:gsLst>
                  <a:gs pos="0">
                    <a:srgbClr val="00006F"/>
                  </a:gs>
                  <a:gs pos="100000">
                    <a:schemeClr val="lt1"/>
                  </a:gs>
                </a:gsLst>
                <a:lin ang="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295" name="Google Shape;295;p78"/>
              <p:cNvSpPr/>
              <p:nvPr/>
            </p:nvSpPr>
            <p:spPr>
              <a:xfrm>
                <a:off x="5788025" y="4437062"/>
                <a:ext cx="3352799" cy="1103312"/>
              </a:xfrm>
              <a:custGeom>
                <a:avLst/>
                <a:gdLst/>
                <a:ahLst/>
                <a:cxnLst/>
                <a:rect l="l" t="t" r="r" b="b"/>
                <a:pathLst>
                  <a:path w="120000" h="120000" extrusionOk="0">
                    <a:moveTo>
                      <a:pt x="120000" y="114820"/>
                    </a:moveTo>
                    <a:lnTo>
                      <a:pt x="1368" y="0"/>
                    </a:lnTo>
                    <a:lnTo>
                      <a:pt x="684" y="12431"/>
                    </a:lnTo>
                    <a:lnTo>
                      <a:pt x="0" y="25899"/>
                    </a:lnTo>
                    <a:lnTo>
                      <a:pt x="120000" y="120000"/>
                    </a:lnTo>
                    <a:lnTo>
                      <a:pt x="120000" y="114820"/>
                    </a:lnTo>
                    <a:lnTo>
                      <a:pt x="120000" y="114820"/>
                    </a:lnTo>
                    <a:close/>
                  </a:path>
                </a:pathLst>
              </a:custGeom>
              <a:gradFill>
                <a:gsLst>
                  <a:gs pos="0">
                    <a:schemeClr val="lt1"/>
                  </a:gs>
                  <a:gs pos="100000">
                    <a:srgbClr val="1717A2"/>
                  </a:gs>
                </a:gsLst>
                <a:lin ang="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grpSp>
      </p:grpSp>
      <p:sp>
        <p:nvSpPr>
          <p:cNvPr id="296" name="Google Shape;296;p78"/>
          <p:cNvSpPr txBox="1">
            <a:spLocks noGrp="1"/>
          </p:cNvSpPr>
          <p:nvPr>
            <p:ph type="title"/>
          </p:nvPr>
        </p:nvSpPr>
        <p:spPr>
          <a:xfrm>
            <a:off x="457200" y="277812"/>
            <a:ext cx="8229600" cy="1143000"/>
          </a:xfrm>
          <a:prstGeom prst="rect">
            <a:avLst/>
          </a:prstGeom>
          <a:noFill/>
          <a:ln>
            <a:noFill/>
          </a:ln>
        </p:spPr>
        <p:txBody>
          <a:bodyPr spcFirstLastPara="1" wrap="square" lIns="91425" tIns="91425" rIns="91425" bIns="91425" anchor="ctr" anchorCtr="0">
            <a:no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97" name="Google Shape;297;p78"/>
          <p:cNvSpPr txBox="1">
            <a:spLocks noGrp="1"/>
          </p:cNvSpPr>
          <p:nvPr>
            <p:ph type="body" idx="1"/>
          </p:nvPr>
        </p:nvSpPr>
        <p:spPr>
          <a:xfrm>
            <a:off x="457200" y="1600200"/>
            <a:ext cx="8229600" cy="4530725"/>
          </a:xfrm>
          <a:prstGeom prst="rect">
            <a:avLst/>
          </a:prstGeom>
          <a:noFill/>
          <a:ln>
            <a:noFill/>
          </a:ln>
        </p:spPr>
        <p:txBody>
          <a:bodyPr spcFirstLastPara="1" wrap="square" lIns="91425" tIns="91425" rIns="91425" bIns="91425"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298" name="Google Shape;298;p78"/>
          <p:cNvSpPr txBox="1">
            <a:spLocks noGrp="1"/>
          </p:cNvSpPr>
          <p:nvPr>
            <p:ph type="dt" idx="10"/>
          </p:nvPr>
        </p:nvSpPr>
        <p:spPr>
          <a:xfrm>
            <a:off x="457200" y="6243637"/>
            <a:ext cx="2133600" cy="457200"/>
          </a:xfrm>
          <a:prstGeom prst="rect">
            <a:avLst/>
          </a:prstGeom>
          <a:noFill/>
          <a:ln>
            <a:noFill/>
          </a:ln>
        </p:spPr>
        <p:txBody>
          <a:bodyPr spcFirstLastPara="1" wrap="square" lIns="91425" tIns="91425" rIns="91425" bIns="91425" anchor="b" anchorCtr="0">
            <a:noAutofit/>
          </a:bodyPr>
          <a:lstStyle>
            <a:lvl1pPr marR="0" lvl="0" algn="l" rtl="0">
              <a:lnSpc>
                <a:spcPct val="100000"/>
              </a:lnSpc>
              <a:spcBef>
                <a:spcPts val="0"/>
              </a:spcBef>
              <a:spcAft>
                <a:spcPts val="0"/>
              </a:spcAft>
              <a:buSzPts val="1400"/>
              <a:buNone/>
              <a:defRPr sz="1400" b="0" i="0" u="none">
                <a:solidFill>
                  <a:srgbClr val="000000"/>
                </a:solidFill>
                <a:latin typeface="Arial"/>
                <a:ea typeface="Arial"/>
                <a:cs typeface="Arial"/>
                <a:sym typeface="Arial"/>
              </a:defRPr>
            </a:lvl1pPr>
            <a:lvl2pPr marR="0" lvl="1"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
        <p:nvSpPr>
          <p:cNvPr id="299" name="Google Shape;299;p78"/>
          <p:cNvSpPr txBox="1">
            <a:spLocks noGrp="1"/>
          </p:cNvSpPr>
          <p:nvPr>
            <p:ph type="ftr" idx="11"/>
          </p:nvPr>
        </p:nvSpPr>
        <p:spPr>
          <a:xfrm>
            <a:off x="3124200" y="6248400"/>
            <a:ext cx="2895600" cy="457200"/>
          </a:xfrm>
          <a:prstGeom prst="rect">
            <a:avLst/>
          </a:prstGeom>
          <a:noFill/>
          <a:ln>
            <a:noFill/>
          </a:ln>
        </p:spPr>
        <p:txBody>
          <a:bodyPr spcFirstLastPara="1" wrap="square" lIns="91425" tIns="91425" rIns="91425" bIns="91425" anchor="b" anchorCtr="0">
            <a:noAutofit/>
          </a:bodyPr>
          <a:lstStyle>
            <a:lvl1pPr marR="0" lvl="0" algn="l" rtl="0">
              <a:lnSpc>
                <a:spcPct val="100000"/>
              </a:lnSpc>
              <a:spcBef>
                <a:spcPts val="0"/>
              </a:spcBef>
              <a:spcAft>
                <a:spcPts val="0"/>
              </a:spcAft>
              <a:buSzPts val="1400"/>
              <a:buNone/>
              <a:defRPr sz="1400" b="0" i="0" u="none">
                <a:solidFill>
                  <a:srgbClr val="000000"/>
                </a:solidFill>
                <a:latin typeface="Arial"/>
                <a:ea typeface="Arial"/>
                <a:cs typeface="Arial"/>
                <a:sym typeface="Arial"/>
              </a:defRPr>
            </a:lvl1pPr>
            <a:lvl2pPr marR="0" lvl="1"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
        <p:nvSpPr>
          <p:cNvPr id="300" name="Google Shape;300;p78"/>
          <p:cNvSpPr txBox="1">
            <a:spLocks noGrp="1"/>
          </p:cNvSpPr>
          <p:nvPr>
            <p:ph type="sldNum" idx="12"/>
          </p:nvPr>
        </p:nvSpPr>
        <p:spPr>
          <a:xfrm>
            <a:off x="6553200" y="6243637"/>
            <a:ext cx="2133600" cy="457200"/>
          </a:xfrm>
          <a:prstGeom prst="rect">
            <a:avLst/>
          </a:prstGeom>
          <a:noFill/>
          <a:ln>
            <a:noFill/>
          </a:ln>
        </p:spPr>
        <p:txBody>
          <a:bodyPr spcFirstLastPara="1" wrap="square" lIns="91425" tIns="45700" rIns="91425" bIns="45700" anchor="b" anchorCtr="0">
            <a:noAutofit/>
          </a:bodyPr>
          <a:lstStyle>
            <a:lvl1pPr marL="0" marR="0" lvl="0" indent="0" algn="r" rtl="0">
              <a:lnSpc>
                <a:spcPct val="100000"/>
              </a:lnSpc>
              <a:spcBef>
                <a:spcPts val="0"/>
              </a:spcBef>
              <a:spcAft>
                <a:spcPts val="0"/>
              </a:spcAft>
              <a:buClr>
                <a:srgbClr val="FFFFFF"/>
              </a:buClr>
              <a:buSzPts val="1200"/>
              <a:buFont typeface="Arial"/>
              <a:buNone/>
              <a:defRPr sz="1200" b="0" i="0" u="none">
                <a:solidFill>
                  <a:srgbClr val="FFFFFF"/>
                </a:solidFill>
                <a:latin typeface="Arial"/>
                <a:ea typeface="Arial"/>
                <a:cs typeface="Arial"/>
                <a:sym typeface="Arial"/>
              </a:defRPr>
            </a:lvl1pPr>
            <a:lvl2pPr marL="0" marR="0" lvl="1" indent="0" algn="r" rtl="0">
              <a:lnSpc>
                <a:spcPct val="100000"/>
              </a:lnSpc>
              <a:spcBef>
                <a:spcPts val="0"/>
              </a:spcBef>
              <a:spcAft>
                <a:spcPts val="0"/>
              </a:spcAft>
              <a:buClr>
                <a:srgbClr val="FFFFFF"/>
              </a:buClr>
              <a:buSzPts val="1200"/>
              <a:buFont typeface="Arial"/>
              <a:buNone/>
              <a:defRPr sz="1200" b="0" i="0" u="none">
                <a:solidFill>
                  <a:srgbClr val="FFFFFF"/>
                </a:solidFill>
                <a:latin typeface="Arial"/>
                <a:ea typeface="Arial"/>
                <a:cs typeface="Arial"/>
                <a:sym typeface="Arial"/>
              </a:defRPr>
            </a:lvl2pPr>
            <a:lvl3pPr marL="0" marR="0" lvl="2" indent="0" algn="r" rtl="0">
              <a:lnSpc>
                <a:spcPct val="100000"/>
              </a:lnSpc>
              <a:spcBef>
                <a:spcPts val="0"/>
              </a:spcBef>
              <a:spcAft>
                <a:spcPts val="0"/>
              </a:spcAft>
              <a:buClr>
                <a:srgbClr val="FFFFFF"/>
              </a:buClr>
              <a:buSzPts val="1200"/>
              <a:buFont typeface="Arial"/>
              <a:buNone/>
              <a:defRPr sz="1200" b="0" i="0" u="none">
                <a:solidFill>
                  <a:srgbClr val="FFFFFF"/>
                </a:solidFill>
                <a:latin typeface="Arial"/>
                <a:ea typeface="Arial"/>
                <a:cs typeface="Arial"/>
                <a:sym typeface="Arial"/>
              </a:defRPr>
            </a:lvl3pPr>
            <a:lvl4pPr marL="0" marR="0" lvl="3" indent="0" algn="r" rtl="0">
              <a:lnSpc>
                <a:spcPct val="100000"/>
              </a:lnSpc>
              <a:spcBef>
                <a:spcPts val="0"/>
              </a:spcBef>
              <a:spcAft>
                <a:spcPts val="0"/>
              </a:spcAft>
              <a:buClr>
                <a:srgbClr val="FFFFFF"/>
              </a:buClr>
              <a:buSzPts val="1200"/>
              <a:buFont typeface="Arial"/>
              <a:buNone/>
              <a:defRPr sz="1200" b="0" i="0" u="none">
                <a:solidFill>
                  <a:srgbClr val="FFFFFF"/>
                </a:solidFill>
                <a:latin typeface="Arial"/>
                <a:ea typeface="Arial"/>
                <a:cs typeface="Arial"/>
                <a:sym typeface="Arial"/>
              </a:defRPr>
            </a:lvl4pPr>
            <a:lvl5pPr marL="0" marR="0" lvl="4" indent="0" algn="r" rtl="0">
              <a:lnSpc>
                <a:spcPct val="100000"/>
              </a:lnSpc>
              <a:spcBef>
                <a:spcPts val="0"/>
              </a:spcBef>
              <a:spcAft>
                <a:spcPts val="0"/>
              </a:spcAft>
              <a:buClr>
                <a:srgbClr val="FFFFFF"/>
              </a:buClr>
              <a:buSzPts val="1200"/>
              <a:buFont typeface="Arial"/>
              <a:buNone/>
              <a:defRPr sz="1200" b="0" i="0" u="none">
                <a:solidFill>
                  <a:srgbClr val="FFFFFF"/>
                </a:solidFill>
                <a:latin typeface="Arial"/>
                <a:ea typeface="Arial"/>
                <a:cs typeface="Arial"/>
                <a:sym typeface="Arial"/>
              </a:defRPr>
            </a:lvl5pPr>
            <a:lvl6pPr marL="0" marR="0" lvl="5" indent="0" algn="r" rtl="0">
              <a:lnSpc>
                <a:spcPct val="100000"/>
              </a:lnSpc>
              <a:spcBef>
                <a:spcPts val="0"/>
              </a:spcBef>
              <a:spcAft>
                <a:spcPts val="0"/>
              </a:spcAft>
              <a:buClr>
                <a:srgbClr val="FFFFFF"/>
              </a:buClr>
              <a:buSzPts val="1200"/>
              <a:buFont typeface="Arial"/>
              <a:buNone/>
              <a:defRPr sz="1200" b="0" i="0" u="none">
                <a:solidFill>
                  <a:srgbClr val="FFFFFF"/>
                </a:solidFill>
                <a:latin typeface="Arial"/>
                <a:ea typeface="Arial"/>
                <a:cs typeface="Arial"/>
                <a:sym typeface="Arial"/>
              </a:defRPr>
            </a:lvl6pPr>
            <a:lvl7pPr marL="0" marR="0" lvl="6" indent="0" algn="r" rtl="0">
              <a:lnSpc>
                <a:spcPct val="100000"/>
              </a:lnSpc>
              <a:spcBef>
                <a:spcPts val="0"/>
              </a:spcBef>
              <a:spcAft>
                <a:spcPts val="0"/>
              </a:spcAft>
              <a:buClr>
                <a:srgbClr val="FFFFFF"/>
              </a:buClr>
              <a:buSzPts val="1200"/>
              <a:buFont typeface="Arial"/>
              <a:buNone/>
              <a:defRPr sz="1200" b="0" i="0" u="none">
                <a:solidFill>
                  <a:srgbClr val="FFFFFF"/>
                </a:solidFill>
                <a:latin typeface="Arial"/>
                <a:ea typeface="Arial"/>
                <a:cs typeface="Arial"/>
                <a:sym typeface="Arial"/>
              </a:defRPr>
            </a:lvl7pPr>
            <a:lvl8pPr marL="0" marR="0" lvl="7" indent="0" algn="r" rtl="0">
              <a:lnSpc>
                <a:spcPct val="100000"/>
              </a:lnSpc>
              <a:spcBef>
                <a:spcPts val="0"/>
              </a:spcBef>
              <a:spcAft>
                <a:spcPts val="0"/>
              </a:spcAft>
              <a:buClr>
                <a:srgbClr val="FFFFFF"/>
              </a:buClr>
              <a:buSzPts val="1200"/>
              <a:buFont typeface="Arial"/>
              <a:buNone/>
              <a:defRPr sz="1200" b="0" i="0" u="none">
                <a:solidFill>
                  <a:srgbClr val="FFFFFF"/>
                </a:solidFill>
                <a:latin typeface="Arial"/>
                <a:ea typeface="Arial"/>
                <a:cs typeface="Arial"/>
                <a:sym typeface="Arial"/>
              </a:defRPr>
            </a:lvl8pPr>
            <a:lvl9pPr marL="0" marR="0" lvl="8" indent="0" algn="r" rtl="0">
              <a:lnSpc>
                <a:spcPct val="100000"/>
              </a:lnSpc>
              <a:spcBef>
                <a:spcPts val="0"/>
              </a:spcBef>
              <a:spcAft>
                <a:spcPts val="0"/>
              </a:spcAft>
              <a:buClr>
                <a:srgbClr val="FFFFFF"/>
              </a:buClr>
              <a:buSzPts val="1200"/>
              <a:buFont typeface="Arial"/>
              <a:buNone/>
              <a:defRPr sz="1200" b="0" i="0" u="none">
                <a:solidFill>
                  <a:srgbClr val="FFFFF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‹N°›</a:t>
            </a:fld>
            <a:endParaRPr sz="1400">
              <a:solidFill>
                <a:srgbClr val="000000"/>
              </a:solidFill>
            </a:endParaRPr>
          </a:p>
        </p:txBody>
      </p:sp>
    </p:spTree>
  </p:cSld>
  <p:clrMap bg1="lt1" tx1="dk1" bg2="dk2" tx2="lt2" accent1="accent1" accent2="accent2" accent3="accent3" accent4="accent4" accent5="accent5" accent6="accent6" hlink="hlink" folHlink="folHlink"/>
  <p:sldLayoutIdLst>
    <p:sldLayoutId id="2147483657"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Shape 308"/>
        <p:cNvGrpSpPr/>
        <p:nvPr/>
      </p:nvGrpSpPr>
      <p:grpSpPr>
        <a:xfrm>
          <a:off x="0" y="0"/>
          <a:ext cx="0" cy="0"/>
          <a:chOff x="0" y="0"/>
          <a:chExt cx="0" cy="0"/>
        </a:xfrm>
      </p:grpSpPr>
      <p:pic>
        <p:nvPicPr>
          <p:cNvPr id="2" name="Image 1" descr="petite église catholique - catholique célébration photos et images de collection">
            <a:extLst>
              <a:ext uri="{FF2B5EF4-FFF2-40B4-BE49-F238E27FC236}">
                <a16:creationId xmlns:a16="http://schemas.microsoft.com/office/drawing/2014/main" id="{15832444-3DC4-9FDE-B18F-5EE569CA4DC6}"/>
              </a:ext>
            </a:extLst>
          </p:cNvPr>
          <p:cNvPicPr>
            <a:picLocks noChangeAspect="1"/>
          </p:cNvPicPr>
          <p:nvPr/>
        </p:nvPicPr>
        <p:blipFill>
          <a:blip r:embed="rId3"/>
          <a:stretch>
            <a:fillRect/>
          </a:stretch>
        </p:blipFill>
        <p:spPr>
          <a:xfrm>
            <a:off x="678093" y="848355"/>
            <a:ext cx="8044465" cy="533668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Shape 313"/>
        <p:cNvGrpSpPr/>
        <p:nvPr/>
      </p:nvGrpSpPr>
      <p:grpSpPr>
        <a:xfrm>
          <a:off x="0" y="0"/>
          <a:ext cx="0" cy="0"/>
          <a:chOff x="0" y="0"/>
          <a:chExt cx="0" cy="0"/>
        </a:xfrm>
      </p:grpSpPr>
      <p:sp>
        <p:nvSpPr>
          <p:cNvPr id="314" name="Google Shape;314;p2"/>
          <p:cNvSpPr txBox="1">
            <a:spLocks noGrp="1"/>
          </p:cNvSpPr>
          <p:nvPr>
            <p:ph type="body" idx="1"/>
          </p:nvPr>
        </p:nvSpPr>
        <p:spPr>
          <a:xfrm>
            <a:off x="0" y="359228"/>
            <a:ext cx="9056914" cy="6498771"/>
          </a:xfrm>
          <a:prstGeom prst="rect">
            <a:avLst/>
          </a:prstGeom>
          <a:noFill/>
          <a:ln>
            <a:noFill/>
          </a:ln>
        </p:spPr>
        <p:txBody>
          <a:bodyPr spcFirstLastPara="1" wrap="square" lIns="91425" tIns="45700" rIns="91425" bIns="45700" anchor="t" anchorCtr="0">
            <a:noAutofit/>
          </a:bodyPr>
          <a:lstStyle/>
          <a:p>
            <a:pPr marL="25400" indent="0" algn="r">
              <a:buNone/>
            </a:pPr>
            <a:endParaRPr lang="fr-FR" sz="4000" noProof="0" dirty="0"/>
          </a:p>
          <a:p>
            <a:pPr marL="25400" indent="0" algn="r">
              <a:buNone/>
            </a:pPr>
            <a:r>
              <a:rPr lang="fr-FR" sz="4000" noProof="0" dirty="0"/>
              <a:t>Venez, crions de joie pour </a:t>
            </a:r>
            <a:r>
              <a:rPr lang="fr-FR" sz="4000" noProof="0" dirty="0" err="1"/>
              <a:t>leSeigneur</a:t>
            </a:r>
            <a:r>
              <a:rPr lang="fr-FR" sz="4000" noProof="0" dirty="0"/>
              <a:t>,</a:t>
            </a:r>
          </a:p>
          <a:p>
            <a:pPr marL="25400" indent="0" algn="r">
              <a:buNone/>
            </a:pPr>
            <a:r>
              <a:rPr lang="fr-FR" sz="4000" noProof="0" dirty="0"/>
              <a:t>Acclamons notre rocher, notre salut !</a:t>
            </a:r>
          </a:p>
          <a:p>
            <a:pPr marL="25400" indent="0" algn="r">
              <a:buNone/>
            </a:pPr>
            <a:r>
              <a:rPr lang="fr-FR" sz="4000" noProof="0" dirty="0"/>
              <a:t>Il est Roi tout-puissant, Dieu créateur,</a:t>
            </a:r>
          </a:p>
          <a:p>
            <a:pPr marL="25400" indent="0" algn="r">
              <a:buNone/>
            </a:pPr>
            <a:r>
              <a:rPr lang="fr-FR" sz="4000" noProof="0" dirty="0"/>
              <a:t>Chantons, sans fin proclamons : Saint est son nom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Shape 313">
          <a:extLst>
            <a:ext uri="{FF2B5EF4-FFF2-40B4-BE49-F238E27FC236}">
              <a16:creationId xmlns:a16="http://schemas.microsoft.com/office/drawing/2014/main" id="{DB76EBCD-9ED8-AD96-7815-62D864AE0F2A}"/>
            </a:ext>
          </a:extLst>
        </p:cNvPr>
        <p:cNvGrpSpPr/>
        <p:nvPr/>
      </p:nvGrpSpPr>
      <p:grpSpPr>
        <a:xfrm>
          <a:off x="0" y="0"/>
          <a:ext cx="0" cy="0"/>
          <a:chOff x="0" y="0"/>
          <a:chExt cx="0" cy="0"/>
        </a:xfrm>
      </p:grpSpPr>
      <p:sp>
        <p:nvSpPr>
          <p:cNvPr id="314" name="Google Shape;314;p2">
            <a:extLst>
              <a:ext uri="{FF2B5EF4-FFF2-40B4-BE49-F238E27FC236}">
                <a16:creationId xmlns:a16="http://schemas.microsoft.com/office/drawing/2014/main" id="{F7BED0C3-E7DC-7971-C9D5-7CD492DE27FF}"/>
              </a:ext>
            </a:extLst>
          </p:cNvPr>
          <p:cNvSpPr txBox="1">
            <a:spLocks noGrp="1"/>
          </p:cNvSpPr>
          <p:nvPr>
            <p:ph type="body" idx="1"/>
          </p:nvPr>
        </p:nvSpPr>
        <p:spPr>
          <a:xfrm>
            <a:off x="0" y="1355822"/>
            <a:ext cx="9056914" cy="6498771"/>
          </a:xfrm>
          <a:prstGeom prst="rect">
            <a:avLst/>
          </a:prstGeom>
          <a:noFill/>
          <a:ln>
            <a:noFill/>
          </a:ln>
        </p:spPr>
        <p:txBody>
          <a:bodyPr spcFirstLastPara="1" wrap="square" lIns="91425" tIns="45700" rIns="91425" bIns="45700" anchor="t" anchorCtr="0">
            <a:noAutofit/>
          </a:bodyPr>
          <a:lstStyle/>
          <a:p>
            <a:pPr marL="25400" indent="0" algn="r">
              <a:buNone/>
            </a:pPr>
            <a:r>
              <a:rPr lang="fr-FR" sz="4000" noProof="0" dirty="0"/>
              <a:t>1. Marchons vers lui,</a:t>
            </a:r>
          </a:p>
          <a:p>
            <a:pPr marL="25400" indent="0" algn="r">
              <a:buNone/>
            </a:pPr>
            <a:r>
              <a:rPr lang="fr-FR" sz="4000" noProof="0" dirty="0"/>
              <a:t>Allons en rendant grâce,</a:t>
            </a:r>
          </a:p>
          <a:p>
            <a:pPr marL="25400" indent="0" algn="r">
              <a:buNone/>
            </a:pPr>
            <a:r>
              <a:rPr lang="fr-FR" sz="4000" noProof="0" dirty="0"/>
              <a:t>Il fit pour nous des merveilles.</a:t>
            </a:r>
          </a:p>
          <a:p>
            <a:pPr marL="25400" indent="0" algn="r">
              <a:buNone/>
            </a:pPr>
            <a:r>
              <a:rPr lang="fr-FR" sz="4000" noProof="0" dirty="0"/>
              <a:t>Par nos hymnes de fête, acclamons-le,</a:t>
            </a:r>
          </a:p>
          <a:p>
            <a:pPr marL="25400" indent="0" algn="r">
              <a:buNone/>
            </a:pPr>
            <a:r>
              <a:rPr lang="fr-FR" sz="4000" noProof="0" dirty="0"/>
              <a:t>Exultons pour notre roi !</a:t>
            </a:r>
          </a:p>
        </p:txBody>
      </p:sp>
    </p:spTree>
    <p:extLst>
      <p:ext uri="{BB962C8B-B14F-4D97-AF65-F5344CB8AC3E}">
        <p14:creationId xmlns:p14="http://schemas.microsoft.com/office/powerpoint/2010/main" val="20647991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Shape 313">
          <a:extLst>
            <a:ext uri="{FF2B5EF4-FFF2-40B4-BE49-F238E27FC236}">
              <a16:creationId xmlns:a16="http://schemas.microsoft.com/office/drawing/2014/main" id="{EF80840D-E5E9-D877-2E8D-C4EAD7D69BA2}"/>
            </a:ext>
          </a:extLst>
        </p:cNvPr>
        <p:cNvGrpSpPr/>
        <p:nvPr/>
      </p:nvGrpSpPr>
      <p:grpSpPr>
        <a:xfrm>
          <a:off x="0" y="0"/>
          <a:ext cx="0" cy="0"/>
          <a:chOff x="0" y="0"/>
          <a:chExt cx="0" cy="0"/>
        </a:xfrm>
      </p:grpSpPr>
      <p:sp>
        <p:nvSpPr>
          <p:cNvPr id="314" name="Google Shape;314;p2">
            <a:extLst>
              <a:ext uri="{FF2B5EF4-FFF2-40B4-BE49-F238E27FC236}">
                <a16:creationId xmlns:a16="http://schemas.microsoft.com/office/drawing/2014/main" id="{1DD82256-170D-FA75-C0F2-20479513CF1B}"/>
              </a:ext>
            </a:extLst>
          </p:cNvPr>
          <p:cNvSpPr txBox="1">
            <a:spLocks noGrp="1"/>
          </p:cNvSpPr>
          <p:nvPr>
            <p:ph type="body" idx="1"/>
          </p:nvPr>
        </p:nvSpPr>
        <p:spPr>
          <a:xfrm>
            <a:off x="0" y="359228"/>
            <a:ext cx="9056914" cy="6498771"/>
          </a:xfrm>
          <a:prstGeom prst="rect">
            <a:avLst/>
          </a:prstGeom>
          <a:noFill/>
          <a:ln>
            <a:noFill/>
          </a:ln>
        </p:spPr>
        <p:txBody>
          <a:bodyPr spcFirstLastPara="1" wrap="square" lIns="91425" tIns="45700" rIns="91425" bIns="45700" anchor="t" anchorCtr="0">
            <a:noAutofit/>
          </a:bodyPr>
          <a:lstStyle/>
          <a:p>
            <a:pPr marL="25400" indent="0" algn="r">
              <a:buNone/>
            </a:pPr>
            <a:endParaRPr lang="fr-FR" sz="4000" noProof="0" dirty="0"/>
          </a:p>
          <a:p>
            <a:pPr marL="25400" indent="0" algn="r">
              <a:buNone/>
            </a:pPr>
            <a:r>
              <a:rPr lang="fr-FR" sz="4000" noProof="0" dirty="0"/>
              <a:t>Venez, crions de joie pour </a:t>
            </a:r>
            <a:r>
              <a:rPr lang="fr-FR" sz="4000" noProof="0" dirty="0" err="1"/>
              <a:t>leSeigneur</a:t>
            </a:r>
            <a:r>
              <a:rPr lang="fr-FR" sz="4000" noProof="0" dirty="0"/>
              <a:t>,</a:t>
            </a:r>
          </a:p>
          <a:p>
            <a:pPr marL="25400" indent="0" algn="r">
              <a:buNone/>
            </a:pPr>
            <a:r>
              <a:rPr lang="fr-FR" sz="4000" noProof="0" dirty="0"/>
              <a:t>Acclamons notre rocher, notre salut !</a:t>
            </a:r>
          </a:p>
          <a:p>
            <a:pPr marL="25400" indent="0" algn="r">
              <a:buNone/>
            </a:pPr>
            <a:r>
              <a:rPr lang="fr-FR" sz="4000" noProof="0" dirty="0"/>
              <a:t>Il est Roi tout-puissant, Dieu créateur,</a:t>
            </a:r>
          </a:p>
          <a:p>
            <a:pPr marL="25400" indent="0" algn="r">
              <a:buNone/>
            </a:pPr>
            <a:r>
              <a:rPr lang="fr-FR" sz="4000" noProof="0" dirty="0"/>
              <a:t>Chantons, sans fin proclamons : Saint est son nom !</a:t>
            </a:r>
          </a:p>
        </p:txBody>
      </p:sp>
    </p:spTree>
    <p:extLst>
      <p:ext uri="{BB962C8B-B14F-4D97-AF65-F5344CB8AC3E}">
        <p14:creationId xmlns:p14="http://schemas.microsoft.com/office/powerpoint/2010/main" val="39319972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Shape 313">
          <a:extLst>
            <a:ext uri="{FF2B5EF4-FFF2-40B4-BE49-F238E27FC236}">
              <a16:creationId xmlns:a16="http://schemas.microsoft.com/office/drawing/2014/main" id="{AB90F85C-FA4D-AAF3-9ECF-BD17CF601321}"/>
            </a:ext>
          </a:extLst>
        </p:cNvPr>
        <p:cNvGrpSpPr/>
        <p:nvPr/>
      </p:nvGrpSpPr>
      <p:grpSpPr>
        <a:xfrm>
          <a:off x="0" y="0"/>
          <a:ext cx="0" cy="0"/>
          <a:chOff x="0" y="0"/>
          <a:chExt cx="0" cy="0"/>
        </a:xfrm>
      </p:grpSpPr>
      <p:sp>
        <p:nvSpPr>
          <p:cNvPr id="314" name="Google Shape;314;p2">
            <a:extLst>
              <a:ext uri="{FF2B5EF4-FFF2-40B4-BE49-F238E27FC236}">
                <a16:creationId xmlns:a16="http://schemas.microsoft.com/office/drawing/2014/main" id="{AE474FD1-CC10-ABE7-7D03-F791CAC8D4A2}"/>
              </a:ext>
            </a:extLst>
          </p:cNvPr>
          <p:cNvSpPr txBox="1">
            <a:spLocks noGrp="1"/>
          </p:cNvSpPr>
          <p:nvPr>
            <p:ph type="body" idx="1"/>
          </p:nvPr>
        </p:nvSpPr>
        <p:spPr>
          <a:xfrm>
            <a:off x="43543" y="1417466"/>
            <a:ext cx="9056914" cy="6498771"/>
          </a:xfrm>
          <a:prstGeom prst="rect">
            <a:avLst/>
          </a:prstGeom>
          <a:noFill/>
          <a:ln>
            <a:noFill/>
          </a:ln>
        </p:spPr>
        <p:txBody>
          <a:bodyPr spcFirstLastPara="1" wrap="square" lIns="91425" tIns="45700" rIns="91425" bIns="45700" anchor="t" anchorCtr="0">
            <a:noAutofit/>
          </a:bodyPr>
          <a:lstStyle/>
          <a:p>
            <a:pPr marL="25400" indent="0" algn="r">
              <a:buNone/>
            </a:pPr>
            <a:r>
              <a:rPr lang="fr-FR" sz="4000" noProof="0" dirty="0"/>
              <a:t>2. Terres et mers,</a:t>
            </a:r>
          </a:p>
          <a:p>
            <a:pPr marL="25400" indent="0" algn="r">
              <a:buNone/>
            </a:pPr>
            <a:r>
              <a:rPr lang="fr-FR" sz="4000" noProof="0" dirty="0"/>
              <a:t>Ses mains les ont pétries,</a:t>
            </a:r>
          </a:p>
          <a:p>
            <a:pPr marL="25400" indent="0" algn="r">
              <a:buNone/>
            </a:pPr>
            <a:r>
              <a:rPr lang="fr-FR" sz="4000" noProof="0" dirty="0"/>
              <a:t>Et les sommets sont à lui.</a:t>
            </a:r>
          </a:p>
          <a:p>
            <a:pPr marL="25400" indent="0" algn="r">
              <a:buNone/>
            </a:pPr>
            <a:r>
              <a:rPr lang="fr-FR" sz="4000" noProof="0" dirty="0"/>
              <a:t>Son amour est la source de la vie :</a:t>
            </a:r>
          </a:p>
          <a:p>
            <a:pPr marL="25400" indent="0" algn="r">
              <a:buNone/>
            </a:pPr>
            <a:r>
              <a:rPr lang="fr-FR" sz="4000" noProof="0" dirty="0"/>
              <a:t>Louons Dieu, car il est bon !</a:t>
            </a:r>
          </a:p>
        </p:txBody>
      </p:sp>
    </p:spTree>
    <p:extLst>
      <p:ext uri="{BB962C8B-B14F-4D97-AF65-F5344CB8AC3E}">
        <p14:creationId xmlns:p14="http://schemas.microsoft.com/office/powerpoint/2010/main" val="38302472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Shape 313">
          <a:extLst>
            <a:ext uri="{FF2B5EF4-FFF2-40B4-BE49-F238E27FC236}">
              <a16:creationId xmlns:a16="http://schemas.microsoft.com/office/drawing/2014/main" id="{883EAA2B-4034-8EF8-EBDA-4CD3946D2A87}"/>
            </a:ext>
          </a:extLst>
        </p:cNvPr>
        <p:cNvGrpSpPr/>
        <p:nvPr/>
      </p:nvGrpSpPr>
      <p:grpSpPr>
        <a:xfrm>
          <a:off x="0" y="0"/>
          <a:ext cx="0" cy="0"/>
          <a:chOff x="0" y="0"/>
          <a:chExt cx="0" cy="0"/>
        </a:xfrm>
      </p:grpSpPr>
      <p:sp>
        <p:nvSpPr>
          <p:cNvPr id="314" name="Google Shape;314;p2">
            <a:extLst>
              <a:ext uri="{FF2B5EF4-FFF2-40B4-BE49-F238E27FC236}">
                <a16:creationId xmlns:a16="http://schemas.microsoft.com/office/drawing/2014/main" id="{DC54AC95-FC94-B6DD-B717-25A1F4A96C9E}"/>
              </a:ext>
            </a:extLst>
          </p:cNvPr>
          <p:cNvSpPr txBox="1">
            <a:spLocks noGrp="1"/>
          </p:cNvSpPr>
          <p:nvPr>
            <p:ph type="body" idx="1"/>
          </p:nvPr>
        </p:nvSpPr>
        <p:spPr>
          <a:xfrm>
            <a:off x="0" y="359228"/>
            <a:ext cx="9056914" cy="6498771"/>
          </a:xfrm>
          <a:prstGeom prst="rect">
            <a:avLst/>
          </a:prstGeom>
          <a:noFill/>
          <a:ln>
            <a:noFill/>
          </a:ln>
        </p:spPr>
        <p:txBody>
          <a:bodyPr spcFirstLastPara="1" wrap="square" lIns="91425" tIns="45700" rIns="91425" bIns="45700" anchor="t" anchorCtr="0">
            <a:noAutofit/>
          </a:bodyPr>
          <a:lstStyle/>
          <a:p>
            <a:pPr marL="25400" indent="0" algn="r">
              <a:buNone/>
            </a:pPr>
            <a:endParaRPr lang="fr-FR" sz="4000" noProof="0" dirty="0"/>
          </a:p>
          <a:p>
            <a:pPr marL="25400" indent="0" algn="r">
              <a:buNone/>
            </a:pPr>
            <a:r>
              <a:rPr lang="fr-FR" sz="4000" noProof="0" dirty="0"/>
              <a:t>Venez, crions de joie pour </a:t>
            </a:r>
            <a:r>
              <a:rPr lang="fr-FR" sz="4000" noProof="0" dirty="0" err="1"/>
              <a:t>leSeigneur</a:t>
            </a:r>
            <a:r>
              <a:rPr lang="fr-FR" sz="4000" noProof="0" dirty="0"/>
              <a:t>,</a:t>
            </a:r>
          </a:p>
          <a:p>
            <a:pPr marL="25400" indent="0" algn="r">
              <a:buNone/>
            </a:pPr>
            <a:r>
              <a:rPr lang="fr-FR" sz="4000" noProof="0" dirty="0"/>
              <a:t>Acclamons notre rocher, notre salut !</a:t>
            </a:r>
          </a:p>
          <a:p>
            <a:pPr marL="25400" indent="0" algn="r">
              <a:buNone/>
            </a:pPr>
            <a:r>
              <a:rPr lang="fr-FR" sz="4000" noProof="0" dirty="0"/>
              <a:t>Il est Roi tout-puissant, Dieu créateur,</a:t>
            </a:r>
          </a:p>
          <a:p>
            <a:pPr marL="25400" indent="0" algn="r">
              <a:buNone/>
            </a:pPr>
            <a:r>
              <a:rPr lang="fr-FR" sz="4000" noProof="0" dirty="0"/>
              <a:t>Chantons, sans fin proclamons : Saint est son nom !</a:t>
            </a:r>
          </a:p>
        </p:txBody>
      </p:sp>
    </p:spTree>
    <p:extLst>
      <p:ext uri="{BB962C8B-B14F-4D97-AF65-F5344CB8AC3E}">
        <p14:creationId xmlns:p14="http://schemas.microsoft.com/office/powerpoint/2010/main" val="5482828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Shape 313">
          <a:extLst>
            <a:ext uri="{FF2B5EF4-FFF2-40B4-BE49-F238E27FC236}">
              <a16:creationId xmlns:a16="http://schemas.microsoft.com/office/drawing/2014/main" id="{F2BCFD48-68D8-8E0A-D3CE-56B2D3680D59}"/>
            </a:ext>
          </a:extLst>
        </p:cNvPr>
        <p:cNvGrpSpPr/>
        <p:nvPr/>
      </p:nvGrpSpPr>
      <p:grpSpPr>
        <a:xfrm>
          <a:off x="0" y="0"/>
          <a:ext cx="0" cy="0"/>
          <a:chOff x="0" y="0"/>
          <a:chExt cx="0" cy="0"/>
        </a:xfrm>
      </p:grpSpPr>
      <p:sp>
        <p:nvSpPr>
          <p:cNvPr id="314" name="Google Shape;314;p2">
            <a:extLst>
              <a:ext uri="{FF2B5EF4-FFF2-40B4-BE49-F238E27FC236}">
                <a16:creationId xmlns:a16="http://schemas.microsoft.com/office/drawing/2014/main" id="{AF55B200-A4E4-99DC-8F44-E95463D39132}"/>
              </a:ext>
            </a:extLst>
          </p:cNvPr>
          <p:cNvSpPr txBox="1">
            <a:spLocks noGrp="1"/>
          </p:cNvSpPr>
          <p:nvPr>
            <p:ph type="body" idx="1"/>
          </p:nvPr>
        </p:nvSpPr>
        <p:spPr>
          <a:xfrm>
            <a:off x="0" y="1355821"/>
            <a:ext cx="9056914" cy="6498771"/>
          </a:xfrm>
          <a:prstGeom prst="rect">
            <a:avLst/>
          </a:prstGeom>
          <a:noFill/>
          <a:ln>
            <a:noFill/>
          </a:ln>
        </p:spPr>
        <p:txBody>
          <a:bodyPr spcFirstLastPara="1" wrap="square" lIns="91425" tIns="45700" rIns="91425" bIns="45700" anchor="t" anchorCtr="0">
            <a:noAutofit/>
          </a:bodyPr>
          <a:lstStyle/>
          <a:p>
            <a:pPr marL="25400" indent="0" algn="r">
              <a:buNone/>
            </a:pPr>
            <a:r>
              <a:rPr lang="fr-FR" sz="4000" noProof="0" dirty="0"/>
              <a:t>3. Au-dessus de tout,</a:t>
            </a:r>
          </a:p>
          <a:p>
            <a:pPr marL="25400" indent="0" algn="r">
              <a:buNone/>
            </a:pPr>
            <a:r>
              <a:rPr lang="fr-FR" sz="4000" noProof="0" dirty="0"/>
              <a:t>Dieu, sa voix s’élève,</a:t>
            </a:r>
          </a:p>
          <a:p>
            <a:pPr marL="25400" indent="0" algn="r">
              <a:buNone/>
            </a:pPr>
            <a:r>
              <a:rPr lang="fr-FR" sz="4000" noProof="0" dirty="0"/>
              <a:t>Sur tous les cieux, il domine.</a:t>
            </a:r>
          </a:p>
          <a:p>
            <a:pPr marL="25400" indent="0" algn="r">
              <a:buNone/>
            </a:pPr>
            <a:r>
              <a:rPr lang="fr-FR" sz="4000" noProof="0" dirty="0"/>
              <a:t>Entrez, inclinez-vous, prosternez-vous.</a:t>
            </a:r>
          </a:p>
          <a:p>
            <a:pPr marL="25400" indent="0" algn="r">
              <a:buNone/>
            </a:pPr>
            <a:r>
              <a:rPr lang="fr-FR" sz="4000" noProof="0" dirty="0"/>
              <a:t>Il est grand, adorons-le !</a:t>
            </a:r>
          </a:p>
        </p:txBody>
      </p:sp>
    </p:spTree>
    <p:extLst>
      <p:ext uri="{BB962C8B-B14F-4D97-AF65-F5344CB8AC3E}">
        <p14:creationId xmlns:p14="http://schemas.microsoft.com/office/powerpoint/2010/main" val="11415627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Shape 313">
          <a:extLst>
            <a:ext uri="{FF2B5EF4-FFF2-40B4-BE49-F238E27FC236}">
              <a16:creationId xmlns:a16="http://schemas.microsoft.com/office/drawing/2014/main" id="{CFA706FC-06D4-E399-B5CE-D00F94BF289F}"/>
            </a:ext>
          </a:extLst>
        </p:cNvPr>
        <p:cNvGrpSpPr/>
        <p:nvPr/>
      </p:nvGrpSpPr>
      <p:grpSpPr>
        <a:xfrm>
          <a:off x="0" y="0"/>
          <a:ext cx="0" cy="0"/>
          <a:chOff x="0" y="0"/>
          <a:chExt cx="0" cy="0"/>
        </a:xfrm>
      </p:grpSpPr>
      <p:sp>
        <p:nvSpPr>
          <p:cNvPr id="314" name="Google Shape;314;p2">
            <a:extLst>
              <a:ext uri="{FF2B5EF4-FFF2-40B4-BE49-F238E27FC236}">
                <a16:creationId xmlns:a16="http://schemas.microsoft.com/office/drawing/2014/main" id="{33F15D2B-5C28-4484-BCCF-117247F60300}"/>
              </a:ext>
            </a:extLst>
          </p:cNvPr>
          <p:cNvSpPr txBox="1">
            <a:spLocks noGrp="1"/>
          </p:cNvSpPr>
          <p:nvPr>
            <p:ph type="body" idx="1"/>
          </p:nvPr>
        </p:nvSpPr>
        <p:spPr>
          <a:xfrm>
            <a:off x="0" y="359228"/>
            <a:ext cx="9056914" cy="6498771"/>
          </a:xfrm>
          <a:prstGeom prst="rect">
            <a:avLst/>
          </a:prstGeom>
          <a:noFill/>
          <a:ln>
            <a:noFill/>
          </a:ln>
        </p:spPr>
        <p:txBody>
          <a:bodyPr spcFirstLastPara="1" wrap="square" lIns="91425" tIns="45700" rIns="91425" bIns="45700" anchor="t" anchorCtr="0">
            <a:noAutofit/>
          </a:bodyPr>
          <a:lstStyle/>
          <a:p>
            <a:pPr marL="25400" indent="0" algn="r">
              <a:buNone/>
            </a:pPr>
            <a:endParaRPr lang="fr-FR" sz="4000" noProof="0" dirty="0"/>
          </a:p>
          <a:p>
            <a:pPr marL="25400" indent="0" algn="r">
              <a:buNone/>
            </a:pPr>
            <a:r>
              <a:rPr lang="fr-FR" sz="4000" noProof="0" dirty="0"/>
              <a:t>Venez, crions de joie pour </a:t>
            </a:r>
            <a:r>
              <a:rPr lang="fr-FR" sz="4000" noProof="0" dirty="0" err="1"/>
              <a:t>leSeigneur</a:t>
            </a:r>
            <a:r>
              <a:rPr lang="fr-FR" sz="4000" noProof="0" dirty="0"/>
              <a:t>,</a:t>
            </a:r>
          </a:p>
          <a:p>
            <a:pPr marL="25400" indent="0" algn="r">
              <a:buNone/>
            </a:pPr>
            <a:r>
              <a:rPr lang="fr-FR" sz="4000" noProof="0" dirty="0"/>
              <a:t>Acclamons notre rocher, notre salut !</a:t>
            </a:r>
          </a:p>
          <a:p>
            <a:pPr marL="25400" indent="0" algn="r">
              <a:buNone/>
            </a:pPr>
            <a:r>
              <a:rPr lang="fr-FR" sz="4000" noProof="0" dirty="0"/>
              <a:t>Il est Roi tout-puissant, Dieu créateur,</a:t>
            </a:r>
          </a:p>
          <a:p>
            <a:pPr marL="25400" indent="0" algn="r">
              <a:buNone/>
            </a:pPr>
            <a:r>
              <a:rPr lang="fr-FR" sz="4000" noProof="0" dirty="0"/>
              <a:t>Chantons, sans fin proclamons : Saint est son nom !</a:t>
            </a:r>
          </a:p>
        </p:txBody>
      </p:sp>
    </p:spTree>
    <p:extLst>
      <p:ext uri="{BB962C8B-B14F-4D97-AF65-F5344CB8AC3E}">
        <p14:creationId xmlns:p14="http://schemas.microsoft.com/office/powerpoint/2010/main" val="39053544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Shape 308">
          <a:extLst>
            <a:ext uri="{FF2B5EF4-FFF2-40B4-BE49-F238E27FC236}">
              <a16:creationId xmlns:a16="http://schemas.microsoft.com/office/drawing/2014/main" id="{EF4ECDB8-0097-9129-8B32-C5FE079E2934}"/>
            </a:ext>
          </a:extLst>
        </p:cNvPr>
        <p:cNvGrpSpPr/>
        <p:nvPr/>
      </p:nvGrpSpPr>
      <p:grpSpPr>
        <a:xfrm>
          <a:off x="0" y="0"/>
          <a:ext cx="0" cy="0"/>
          <a:chOff x="0" y="0"/>
          <a:chExt cx="0" cy="0"/>
        </a:xfrm>
      </p:grpSpPr>
      <p:pic>
        <p:nvPicPr>
          <p:cNvPr id="3" name="Image 2" descr="Kyrie Eleison - Believers Eastern Church">
            <a:extLst>
              <a:ext uri="{FF2B5EF4-FFF2-40B4-BE49-F238E27FC236}">
                <a16:creationId xmlns:a16="http://schemas.microsoft.com/office/drawing/2014/main" id="{5C28BF32-2C27-88F6-7F47-6683AF81E3DC}"/>
              </a:ext>
            </a:extLst>
          </p:cNvPr>
          <p:cNvPicPr>
            <a:picLocks noChangeAspect="1"/>
          </p:cNvPicPr>
          <p:nvPr/>
        </p:nvPicPr>
        <p:blipFill>
          <a:blip r:embed="rId3"/>
          <a:stretch>
            <a:fillRect/>
          </a:stretch>
        </p:blipFill>
        <p:spPr>
          <a:xfrm>
            <a:off x="544530" y="511139"/>
            <a:ext cx="8495445" cy="5663630"/>
          </a:xfrm>
          <a:prstGeom prst="rect">
            <a:avLst/>
          </a:prstGeom>
        </p:spPr>
      </p:pic>
    </p:spTree>
    <p:extLst>
      <p:ext uri="{BB962C8B-B14F-4D97-AF65-F5344CB8AC3E}">
        <p14:creationId xmlns:p14="http://schemas.microsoft.com/office/powerpoint/2010/main" val="31143275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Shape 313">
          <a:extLst>
            <a:ext uri="{FF2B5EF4-FFF2-40B4-BE49-F238E27FC236}">
              <a16:creationId xmlns:a16="http://schemas.microsoft.com/office/drawing/2014/main" id="{D38E5C3F-765C-44E1-9F6B-F7169BA892BA}"/>
            </a:ext>
          </a:extLst>
        </p:cNvPr>
        <p:cNvGrpSpPr/>
        <p:nvPr/>
      </p:nvGrpSpPr>
      <p:grpSpPr>
        <a:xfrm>
          <a:off x="0" y="0"/>
          <a:ext cx="0" cy="0"/>
          <a:chOff x="0" y="0"/>
          <a:chExt cx="0" cy="0"/>
        </a:xfrm>
      </p:grpSpPr>
      <p:sp>
        <p:nvSpPr>
          <p:cNvPr id="314" name="Google Shape;314;p2">
            <a:extLst>
              <a:ext uri="{FF2B5EF4-FFF2-40B4-BE49-F238E27FC236}">
                <a16:creationId xmlns:a16="http://schemas.microsoft.com/office/drawing/2014/main" id="{B5362F3A-C601-DAD9-A142-0401C2B1BFEF}"/>
              </a:ext>
            </a:extLst>
          </p:cNvPr>
          <p:cNvSpPr txBox="1">
            <a:spLocks noGrp="1"/>
          </p:cNvSpPr>
          <p:nvPr>
            <p:ph type="body" idx="1"/>
          </p:nvPr>
        </p:nvSpPr>
        <p:spPr>
          <a:xfrm>
            <a:off x="0" y="359228"/>
            <a:ext cx="9056914" cy="6498771"/>
          </a:xfrm>
          <a:prstGeom prst="rect">
            <a:avLst/>
          </a:prstGeom>
          <a:noFill/>
          <a:ln>
            <a:noFill/>
          </a:ln>
        </p:spPr>
        <p:txBody>
          <a:bodyPr spcFirstLastPara="1" wrap="square" lIns="91425" tIns="45700" rIns="91425" bIns="45700" anchor="t" anchorCtr="0">
            <a:noAutofit/>
          </a:bodyPr>
          <a:lstStyle/>
          <a:p>
            <a:pPr marL="25400" indent="0" algn="r">
              <a:buNone/>
            </a:pPr>
            <a:r>
              <a:rPr lang="fr-FR" sz="4400" b="1" noProof="0" dirty="0"/>
              <a:t>  1- Seigneur je viens pour implorer</a:t>
            </a:r>
          </a:p>
          <a:p>
            <a:pPr marL="25400" indent="0" algn="r">
              <a:buNone/>
            </a:pPr>
            <a:r>
              <a:rPr lang="fr-FR" sz="4400" b="1" noProof="0" dirty="0"/>
              <a:t>  Ton pardon sur mon péché</a:t>
            </a:r>
          </a:p>
          <a:p>
            <a:pPr marL="25400" indent="0" algn="r">
              <a:buNone/>
            </a:pPr>
            <a:r>
              <a:rPr lang="fr-FR" sz="4400" b="1" noProof="0" dirty="0"/>
              <a:t>  De tout mon cœur, de toute ma Foi</a:t>
            </a:r>
          </a:p>
          <a:p>
            <a:pPr marL="25400" indent="0" algn="r">
              <a:buNone/>
            </a:pPr>
            <a:r>
              <a:rPr lang="fr-FR" sz="4400" b="1" noProof="0" dirty="0"/>
              <a:t>  De tout mon cœur, je reviens vers Toi</a:t>
            </a:r>
          </a:p>
          <a:p>
            <a:pPr marL="342900" marR="0" lvl="0" indent="0" algn="l" rtl="0">
              <a:lnSpc>
                <a:spcPct val="100000"/>
              </a:lnSpc>
              <a:spcBef>
                <a:spcPts val="640"/>
              </a:spcBef>
              <a:spcAft>
                <a:spcPts val="0"/>
              </a:spcAft>
              <a:buClr>
                <a:schemeClr val="dk1"/>
              </a:buClr>
              <a:buSzPts val="4000"/>
              <a:buFont typeface="Arial"/>
              <a:buNone/>
            </a:pPr>
            <a:endParaRPr lang="fr-FR" sz="3600" b="0" i="0" u="none" noProof="0" dirty="0">
              <a:solidFill>
                <a:srgbClr val="FFFFFF"/>
              </a:solidFill>
              <a:latin typeface="Comic Sans MS"/>
              <a:ea typeface="Comic Sans MS"/>
              <a:cs typeface="Comic Sans MS"/>
              <a:sym typeface="Comic Sans MS"/>
            </a:endParaRPr>
          </a:p>
        </p:txBody>
      </p:sp>
    </p:spTree>
    <p:extLst>
      <p:ext uri="{BB962C8B-B14F-4D97-AF65-F5344CB8AC3E}">
        <p14:creationId xmlns:p14="http://schemas.microsoft.com/office/powerpoint/2010/main" val="33296662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Shape 313">
          <a:extLst>
            <a:ext uri="{FF2B5EF4-FFF2-40B4-BE49-F238E27FC236}">
              <a16:creationId xmlns:a16="http://schemas.microsoft.com/office/drawing/2014/main" id="{19644ECE-56AD-D4A8-9D00-7BF6BCC9A999}"/>
            </a:ext>
          </a:extLst>
        </p:cNvPr>
        <p:cNvGrpSpPr/>
        <p:nvPr/>
      </p:nvGrpSpPr>
      <p:grpSpPr>
        <a:xfrm>
          <a:off x="0" y="0"/>
          <a:ext cx="0" cy="0"/>
          <a:chOff x="0" y="0"/>
          <a:chExt cx="0" cy="0"/>
        </a:xfrm>
      </p:grpSpPr>
      <p:sp>
        <p:nvSpPr>
          <p:cNvPr id="314" name="Google Shape;314;p2">
            <a:extLst>
              <a:ext uri="{FF2B5EF4-FFF2-40B4-BE49-F238E27FC236}">
                <a16:creationId xmlns:a16="http://schemas.microsoft.com/office/drawing/2014/main" id="{91619237-D068-D85E-BD4B-EAA079F8E642}"/>
              </a:ext>
            </a:extLst>
          </p:cNvPr>
          <p:cNvSpPr txBox="1">
            <a:spLocks noGrp="1"/>
          </p:cNvSpPr>
          <p:nvPr>
            <p:ph type="body" idx="1"/>
          </p:nvPr>
        </p:nvSpPr>
        <p:spPr>
          <a:xfrm>
            <a:off x="0" y="359228"/>
            <a:ext cx="9056914" cy="6498771"/>
          </a:xfrm>
          <a:prstGeom prst="rect">
            <a:avLst/>
          </a:prstGeom>
          <a:noFill/>
          <a:ln>
            <a:noFill/>
          </a:ln>
        </p:spPr>
        <p:txBody>
          <a:bodyPr spcFirstLastPara="1" wrap="square" lIns="91425" tIns="45700" rIns="91425" bIns="45700" anchor="t" anchorCtr="0">
            <a:noAutofit/>
          </a:bodyPr>
          <a:lstStyle/>
          <a:p>
            <a:pPr marL="25400" indent="0" algn="r">
              <a:buNone/>
            </a:pPr>
            <a:r>
              <a:rPr lang="fr-FR" sz="4400" b="1" noProof="0" dirty="0"/>
              <a:t>  2- Ô Christ je viens pour implorer</a:t>
            </a:r>
          </a:p>
          <a:p>
            <a:pPr marL="25400" indent="0" algn="r">
              <a:buNone/>
            </a:pPr>
            <a:r>
              <a:rPr lang="fr-FR" sz="4400" b="1" noProof="0" dirty="0"/>
              <a:t>  Ton pardon sur mon péché</a:t>
            </a:r>
          </a:p>
          <a:p>
            <a:pPr marL="25400" indent="0" algn="r">
              <a:buNone/>
            </a:pPr>
            <a:r>
              <a:rPr lang="fr-FR" sz="4400" b="1" noProof="0" dirty="0"/>
              <a:t>   De tout mon cœur, de toute ma Foi</a:t>
            </a:r>
          </a:p>
          <a:p>
            <a:pPr marL="25400" indent="0" algn="r">
              <a:buNone/>
            </a:pPr>
            <a:r>
              <a:rPr lang="fr-FR" sz="4400" b="1" noProof="0" dirty="0"/>
              <a:t>  De tout mon cœur, je reviens vers Toi</a:t>
            </a:r>
          </a:p>
          <a:p>
            <a:pPr marL="342900" marR="0" lvl="0" indent="0" algn="l" rtl="0">
              <a:lnSpc>
                <a:spcPct val="100000"/>
              </a:lnSpc>
              <a:spcBef>
                <a:spcPts val="640"/>
              </a:spcBef>
              <a:spcAft>
                <a:spcPts val="0"/>
              </a:spcAft>
              <a:buClr>
                <a:schemeClr val="dk1"/>
              </a:buClr>
              <a:buSzPts val="4000"/>
              <a:buFont typeface="Arial"/>
              <a:buNone/>
            </a:pPr>
            <a:endParaRPr lang="fr-FR" sz="3600" b="0" i="0" u="none" noProof="0" dirty="0">
              <a:solidFill>
                <a:srgbClr val="FFFFFF"/>
              </a:solidFill>
              <a:latin typeface="Comic Sans MS"/>
              <a:ea typeface="Comic Sans MS"/>
              <a:cs typeface="Comic Sans MS"/>
              <a:sym typeface="Comic Sans MS"/>
            </a:endParaRPr>
          </a:p>
        </p:txBody>
      </p:sp>
    </p:spTree>
    <p:extLst>
      <p:ext uri="{BB962C8B-B14F-4D97-AF65-F5344CB8AC3E}">
        <p14:creationId xmlns:p14="http://schemas.microsoft.com/office/powerpoint/2010/main" val="24987986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Shape 313">
          <a:extLst>
            <a:ext uri="{FF2B5EF4-FFF2-40B4-BE49-F238E27FC236}">
              <a16:creationId xmlns:a16="http://schemas.microsoft.com/office/drawing/2014/main" id="{0BC73BB1-D570-0986-FB91-927C7251D508}"/>
            </a:ext>
          </a:extLst>
        </p:cNvPr>
        <p:cNvGrpSpPr/>
        <p:nvPr/>
      </p:nvGrpSpPr>
      <p:grpSpPr>
        <a:xfrm>
          <a:off x="0" y="0"/>
          <a:ext cx="0" cy="0"/>
          <a:chOff x="0" y="0"/>
          <a:chExt cx="0" cy="0"/>
        </a:xfrm>
      </p:grpSpPr>
      <p:sp>
        <p:nvSpPr>
          <p:cNvPr id="314" name="Google Shape;314;p2">
            <a:extLst>
              <a:ext uri="{FF2B5EF4-FFF2-40B4-BE49-F238E27FC236}">
                <a16:creationId xmlns:a16="http://schemas.microsoft.com/office/drawing/2014/main" id="{8C46B7D5-8DE8-03D0-69D8-D879D40678D7}"/>
              </a:ext>
            </a:extLst>
          </p:cNvPr>
          <p:cNvSpPr txBox="1">
            <a:spLocks noGrp="1"/>
          </p:cNvSpPr>
          <p:nvPr>
            <p:ph type="body" idx="1"/>
          </p:nvPr>
        </p:nvSpPr>
        <p:spPr>
          <a:xfrm>
            <a:off x="0" y="359228"/>
            <a:ext cx="9056914" cy="6498771"/>
          </a:xfrm>
          <a:prstGeom prst="rect">
            <a:avLst/>
          </a:prstGeom>
          <a:noFill/>
          <a:ln>
            <a:noFill/>
          </a:ln>
        </p:spPr>
        <p:txBody>
          <a:bodyPr spcFirstLastPara="1" wrap="square" lIns="91425" tIns="45700" rIns="91425" bIns="45700" anchor="t" anchorCtr="0">
            <a:noAutofit/>
          </a:bodyPr>
          <a:lstStyle/>
          <a:p>
            <a:pPr marL="25400" indent="0" algn="r">
              <a:buNone/>
            </a:pPr>
            <a:r>
              <a:rPr lang="fr-FR" sz="4400" b="1" noProof="0" dirty="0"/>
              <a:t>  3- Seigneur je viens pour implorer</a:t>
            </a:r>
          </a:p>
          <a:p>
            <a:pPr marL="25400" indent="0" algn="r">
              <a:buNone/>
            </a:pPr>
            <a:r>
              <a:rPr lang="fr-FR" sz="4400" b="1" noProof="0" dirty="0"/>
              <a:t>   Ton pardon sur mon péché</a:t>
            </a:r>
          </a:p>
          <a:p>
            <a:pPr marL="25400" indent="0" algn="r">
              <a:buNone/>
            </a:pPr>
            <a:r>
              <a:rPr lang="fr-FR" sz="4400" b="1" noProof="0" dirty="0"/>
              <a:t>   De tout mon cœur, de toute ma Foi</a:t>
            </a:r>
          </a:p>
          <a:p>
            <a:pPr marL="25400" indent="0" algn="r">
              <a:buNone/>
            </a:pPr>
            <a:r>
              <a:rPr lang="fr-FR" sz="4400" b="1" noProof="0" dirty="0"/>
              <a:t>   De tout mon cœur, je reviens vers Toi</a:t>
            </a:r>
          </a:p>
          <a:p>
            <a:pPr marL="342900" marR="0" lvl="0" indent="0" algn="l" rtl="0">
              <a:lnSpc>
                <a:spcPct val="100000"/>
              </a:lnSpc>
              <a:spcBef>
                <a:spcPts val="640"/>
              </a:spcBef>
              <a:spcAft>
                <a:spcPts val="0"/>
              </a:spcAft>
              <a:buClr>
                <a:schemeClr val="dk1"/>
              </a:buClr>
              <a:buSzPts val="4000"/>
              <a:buFont typeface="Arial"/>
              <a:buNone/>
            </a:pPr>
            <a:endParaRPr lang="fr-FR" sz="3600" b="0" i="0" u="none" noProof="0" dirty="0">
              <a:solidFill>
                <a:srgbClr val="FFFFFF"/>
              </a:solidFill>
              <a:latin typeface="Comic Sans MS"/>
              <a:ea typeface="Comic Sans MS"/>
              <a:cs typeface="Comic Sans MS"/>
              <a:sym typeface="Comic Sans MS"/>
            </a:endParaRPr>
          </a:p>
        </p:txBody>
      </p:sp>
    </p:spTree>
    <p:extLst>
      <p:ext uri="{BB962C8B-B14F-4D97-AF65-F5344CB8AC3E}">
        <p14:creationId xmlns:p14="http://schemas.microsoft.com/office/powerpoint/2010/main" val="34766959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Shape 308">
          <a:extLst>
            <a:ext uri="{FF2B5EF4-FFF2-40B4-BE49-F238E27FC236}">
              <a16:creationId xmlns:a16="http://schemas.microsoft.com/office/drawing/2014/main" id="{C0AAAA50-421D-9032-DB8F-F7299FA5FFE7}"/>
            </a:ext>
          </a:extLst>
        </p:cNvPr>
        <p:cNvGrpSpPr/>
        <p:nvPr/>
      </p:nvGrpSpPr>
      <p:grpSpPr>
        <a:xfrm>
          <a:off x="0" y="0"/>
          <a:ext cx="0" cy="0"/>
          <a:chOff x="0" y="0"/>
          <a:chExt cx="0" cy="0"/>
        </a:xfrm>
      </p:grpSpPr>
      <p:pic>
        <p:nvPicPr>
          <p:cNvPr id="2" name="Image 1" descr="Gloria in Excelsis Deo - Guy Chapman Art">
            <a:extLst>
              <a:ext uri="{FF2B5EF4-FFF2-40B4-BE49-F238E27FC236}">
                <a16:creationId xmlns:a16="http://schemas.microsoft.com/office/drawing/2014/main" id="{3A5B381F-6A19-BD35-B661-0670BADC3498}"/>
              </a:ext>
            </a:extLst>
          </p:cNvPr>
          <p:cNvPicPr>
            <a:picLocks noChangeAspect="1"/>
          </p:cNvPicPr>
          <p:nvPr/>
        </p:nvPicPr>
        <p:blipFill>
          <a:blip r:embed="rId3"/>
          <a:stretch>
            <a:fillRect/>
          </a:stretch>
        </p:blipFill>
        <p:spPr>
          <a:xfrm>
            <a:off x="2765399" y="857892"/>
            <a:ext cx="3613201" cy="5147353"/>
          </a:xfrm>
          <a:prstGeom prst="rect">
            <a:avLst/>
          </a:prstGeom>
        </p:spPr>
      </p:pic>
    </p:spTree>
    <p:extLst>
      <p:ext uri="{BB962C8B-B14F-4D97-AF65-F5344CB8AC3E}">
        <p14:creationId xmlns:p14="http://schemas.microsoft.com/office/powerpoint/2010/main" val="19378442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Shape 313">
          <a:extLst>
            <a:ext uri="{FF2B5EF4-FFF2-40B4-BE49-F238E27FC236}">
              <a16:creationId xmlns:a16="http://schemas.microsoft.com/office/drawing/2014/main" id="{F3A2C221-2625-3104-2E61-352386BE96C7}"/>
            </a:ext>
          </a:extLst>
        </p:cNvPr>
        <p:cNvGrpSpPr/>
        <p:nvPr/>
      </p:nvGrpSpPr>
      <p:grpSpPr>
        <a:xfrm>
          <a:off x="0" y="0"/>
          <a:ext cx="0" cy="0"/>
          <a:chOff x="0" y="0"/>
          <a:chExt cx="0" cy="0"/>
        </a:xfrm>
      </p:grpSpPr>
      <p:sp>
        <p:nvSpPr>
          <p:cNvPr id="314" name="Google Shape;314;p2">
            <a:extLst>
              <a:ext uri="{FF2B5EF4-FFF2-40B4-BE49-F238E27FC236}">
                <a16:creationId xmlns:a16="http://schemas.microsoft.com/office/drawing/2014/main" id="{C3A44D77-610C-3B55-3F94-235B2CC789B2}"/>
              </a:ext>
            </a:extLst>
          </p:cNvPr>
          <p:cNvSpPr txBox="1">
            <a:spLocks noGrp="1"/>
          </p:cNvSpPr>
          <p:nvPr>
            <p:ph type="body" idx="1"/>
          </p:nvPr>
        </p:nvSpPr>
        <p:spPr>
          <a:xfrm>
            <a:off x="-123290" y="1569194"/>
            <a:ext cx="9056914" cy="3719612"/>
          </a:xfrm>
          <a:prstGeom prst="rect">
            <a:avLst/>
          </a:prstGeom>
          <a:noFill/>
          <a:ln>
            <a:noFill/>
          </a:ln>
        </p:spPr>
        <p:txBody>
          <a:bodyPr spcFirstLastPara="1" wrap="square" lIns="91425" tIns="45700" rIns="91425" bIns="45700" anchor="t" anchorCtr="0">
            <a:noAutofit/>
          </a:bodyPr>
          <a:lstStyle/>
          <a:p>
            <a:pPr marL="25400" indent="0" algn="r">
              <a:buNone/>
            </a:pPr>
            <a:r>
              <a:rPr lang="fr-FR" sz="3600" b="1" noProof="0" dirty="0"/>
              <a:t>R/ Gloire à Dieu au plus haut des cieux</a:t>
            </a:r>
          </a:p>
          <a:p>
            <a:pPr marL="25400" indent="0" algn="r">
              <a:buNone/>
            </a:pPr>
            <a:r>
              <a:rPr lang="fr-FR" sz="3600" b="1" noProof="0" dirty="0"/>
              <a:t>Gloire à Dieu au plus haut des cieux</a:t>
            </a:r>
          </a:p>
          <a:p>
            <a:pPr marL="25400" indent="0" algn="r">
              <a:buNone/>
            </a:pPr>
            <a:r>
              <a:rPr lang="fr-FR" sz="3600" b="1" noProof="0" dirty="0"/>
              <a:t>Paix sur Terre aux hommes qu’Il aime</a:t>
            </a:r>
          </a:p>
          <a:p>
            <a:pPr marL="25400" indent="0" algn="r">
              <a:buNone/>
            </a:pPr>
            <a:r>
              <a:rPr lang="fr-FR" sz="3600" b="1" noProof="0" dirty="0"/>
              <a:t>Aux hommes qu’Il aime (bis)</a:t>
            </a:r>
          </a:p>
        </p:txBody>
      </p:sp>
    </p:spTree>
    <p:extLst>
      <p:ext uri="{BB962C8B-B14F-4D97-AF65-F5344CB8AC3E}">
        <p14:creationId xmlns:p14="http://schemas.microsoft.com/office/powerpoint/2010/main" val="1395475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Shape 313">
          <a:extLst>
            <a:ext uri="{FF2B5EF4-FFF2-40B4-BE49-F238E27FC236}">
              <a16:creationId xmlns:a16="http://schemas.microsoft.com/office/drawing/2014/main" id="{D90B93C9-D36E-AA4E-A986-08E94078E26B}"/>
            </a:ext>
          </a:extLst>
        </p:cNvPr>
        <p:cNvGrpSpPr/>
        <p:nvPr/>
      </p:nvGrpSpPr>
      <p:grpSpPr>
        <a:xfrm>
          <a:off x="0" y="0"/>
          <a:ext cx="0" cy="0"/>
          <a:chOff x="0" y="0"/>
          <a:chExt cx="0" cy="0"/>
        </a:xfrm>
      </p:grpSpPr>
      <p:sp>
        <p:nvSpPr>
          <p:cNvPr id="314" name="Google Shape;314;p2">
            <a:extLst>
              <a:ext uri="{FF2B5EF4-FFF2-40B4-BE49-F238E27FC236}">
                <a16:creationId xmlns:a16="http://schemas.microsoft.com/office/drawing/2014/main" id="{07AA6DBD-18ED-4059-9606-5B99B8A48F31}"/>
              </a:ext>
            </a:extLst>
          </p:cNvPr>
          <p:cNvSpPr txBox="1">
            <a:spLocks noGrp="1"/>
          </p:cNvSpPr>
          <p:nvPr>
            <p:ph type="body" idx="1"/>
          </p:nvPr>
        </p:nvSpPr>
        <p:spPr>
          <a:xfrm>
            <a:off x="0" y="359228"/>
            <a:ext cx="9056914" cy="6498771"/>
          </a:xfrm>
          <a:prstGeom prst="rect">
            <a:avLst/>
          </a:prstGeom>
          <a:noFill/>
          <a:ln>
            <a:noFill/>
          </a:ln>
        </p:spPr>
        <p:txBody>
          <a:bodyPr spcFirstLastPara="1" wrap="square" lIns="91425" tIns="45700" rIns="91425" bIns="45700" anchor="t" anchorCtr="0">
            <a:noAutofit/>
          </a:bodyPr>
          <a:lstStyle/>
          <a:p>
            <a:pPr marL="25400" indent="0" algn="r">
              <a:buNone/>
            </a:pPr>
            <a:r>
              <a:rPr lang="fr-FR" sz="3600" b="1" noProof="0" dirty="0"/>
              <a:t>Et paix sur la terre, aux hommes qu’Il aime,</a:t>
            </a:r>
          </a:p>
          <a:p>
            <a:pPr marL="25400" indent="0" algn="r">
              <a:buNone/>
            </a:pPr>
            <a:r>
              <a:rPr lang="fr-FR" sz="3600" b="1" noProof="0" dirty="0"/>
              <a:t>Nous te louons, nous te bénissons,</a:t>
            </a:r>
          </a:p>
          <a:p>
            <a:pPr marL="25400" indent="0" algn="r">
              <a:buNone/>
            </a:pPr>
            <a:r>
              <a:rPr lang="fr-FR" sz="3600" b="1" noProof="0" dirty="0"/>
              <a:t>Nous t’adorons, nous te glorifions</a:t>
            </a:r>
          </a:p>
          <a:p>
            <a:pPr marL="25400" indent="0" algn="r">
              <a:buNone/>
            </a:pPr>
            <a:r>
              <a:rPr lang="fr-FR" sz="3600" b="1" noProof="0" dirty="0"/>
              <a:t>Nous te rendons grâce pour ton immense gloire</a:t>
            </a:r>
          </a:p>
          <a:p>
            <a:pPr marL="25400" indent="0" algn="r">
              <a:buNone/>
            </a:pPr>
            <a:r>
              <a:rPr lang="fr-FR" sz="3600" b="1" noProof="0" dirty="0"/>
              <a:t>Seigneur Dieu, le Roi du ciel</a:t>
            </a:r>
          </a:p>
          <a:p>
            <a:pPr marL="25400" indent="0" algn="r">
              <a:buNone/>
            </a:pPr>
            <a:r>
              <a:rPr lang="fr-FR" sz="3600" b="1" noProof="0" dirty="0"/>
              <a:t>Dieu le Père tout puissant.</a:t>
            </a:r>
          </a:p>
          <a:p>
            <a:pPr marL="25400" indent="0" algn="r">
              <a:buNone/>
            </a:pPr>
            <a:r>
              <a:rPr lang="fr-FR" sz="3600" b="1" noProof="0" dirty="0"/>
              <a:t>Jésus Christ, Seigneur fils unique</a:t>
            </a:r>
          </a:p>
          <a:p>
            <a:pPr marL="25400" indent="0" algn="r">
              <a:buNone/>
            </a:pPr>
            <a:r>
              <a:rPr lang="fr-FR" sz="3600" b="1" noProof="0" dirty="0"/>
              <a:t>Agneau de Dieu, le Fils du Père.</a:t>
            </a:r>
          </a:p>
          <a:p>
            <a:pPr marL="342900" marR="0" lvl="0" indent="0" algn="r" rtl="0">
              <a:lnSpc>
                <a:spcPct val="100000"/>
              </a:lnSpc>
              <a:spcBef>
                <a:spcPts val="640"/>
              </a:spcBef>
              <a:spcAft>
                <a:spcPts val="0"/>
              </a:spcAft>
              <a:buClr>
                <a:schemeClr val="dk1"/>
              </a:buClr>
              <a:buSzPts val="4000"/>
              <a:buFont typeface="Arial"/>
              <a:buNone/>
            </a:pPr>
            <a:endParaRPr lang="fr-FR" sz="3600" b="0" i="0" u="none" noProof="0" dirty="0">
              <a:solidFill>
                <a:srgbClr val="FFFFFF"/>
              </a:solidFill>
              <a:latin typeface="Comic Sans MS"/>
              <a:ea typeface="Comic Sans MS"/>
              <a:cs typeface="Comic Sans MS"/>
              <a:sym typeface="Comic Sans MS"/>
            </a:endParaRPr>
          </a:p>
        </p:txBody>
      </p:sp>
    </p:spTree>
    <p:extLst>
      <p:ext uri="{BB962C8B-B14F-4D97-AF65-F5344CB8AC3E}">
        <p14:creationId xmlns:p14="http://schemas.microsoft.com/office/powerpoint/2010/main" val="1819314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Shape 313">
          <a:extLst>
            <a:ext uri="{FF2B5EF4-FFF2-40B4-BE49-F238E27FC236}">
              <a16:creationId xmlns:a16="http://schemas.microsoft.com/office/drawing/2014/main" id="{72907DFB-5185-24FC-FF4B-712F17EFFAF0}"/>
            </a:ext>
          </a:extLst>
        </p:cNvPr>
        <p:cNvGrpSpPr/>
        <p:nvPr/>
      </p:nvGrpSpPr>
      <p:grpSpPr>
        <a:xfrm>
          <a:off x="0" y="0"/>
          <a:ext cx="0" cy="0"/>
          <a:chOff x="0" y="0"/>
          <a:chExt cx="0" cy="0"/>
        </a:xfrm>
      </p:grpSpPr>
      <p:sp>
        <p:nvSpPr>
          <p:cNvPr id="314" name="Google Shape;314;p2">
            <a:extLst>
              <a:ext uri="{FF2B5EF4-FFF2-40B4-BE49-F238E27FC236}">
                <a16:creationId xmlns:a16="http://schemas.microsoft.com/office/drawing/2014/main" id="{5157B522-465D-0F43-F759-24D8450EBF19}"/>
              </a:ext>
            </a:extLst>
          </p:cNvPr>
          <p:cNvSpPr txBox="1">
            <a:spLocks noGrp="1"/>
          </p:cNvSpPr>
          <p:nvPr>
            <p:ph type="body" idx="1"/>
          </p:nvPr>
        </p:nvSpPr>
        <p:spPr>
          <a:xfrm>
            <a:off x="-123290" y="1569194"/>
            <a:ext cx="9056914" cy="3719612"/>
          </a:xfrm>
          <a:prstGeom prst="rect">
            <a:avLst/>
          </a:prstGeom>
          <a:noFill/>
          <a:ln>
            <a:noFill/>
          </a:ln>
        </p:spPr>
        <p:txBody>
          <a:bodyPr spcFirstLastPara="1" wrap="square" lIns="91425" tIns="45700" rIns="91425" bIns="45700" anchor="t" anchorCtr="0">
            <a:noAutofit/>
          </a:bodyPr>
          <a:lstStyle/>
          <a:p>
            <a:pPr marL="25400" indent="0" algn="r">
              <a:buNone/>
            </a:pPr>
            <a:r>
              <a:rPr lang="fr-FR" sz="3600" b="1" noProof="0" dirty="0"/>
              <a:t>R/ Gloire à Dieu au plus haut des cieux</a:t>
            </a:r>
          </a:p>
          <a:p>
            <a:pPr marL="25400" indent="0" algn="r">
              <a:buNone/>
            </a:pPr>
            <a:r>
              <a:rPr lang="fr-FR" sz="3600" b="1" noProof="0" dirty="0"/>
              <a:t>Gloire à Dieu au plus haut des cieux</a:t>
            </a:r>
          </a:p>
          <a:p>
            <a:pPr marL="25400" indent="0" algn="r">
              <a:buNone/>
            </a:pPr>
            <a:r>
              <a:rPr lang="fr-FR" sz="3600" b="1" noProof="0" dirty="0"/>
              <a:t>Paix sur Terre aux hommes qu’Il aime</a:t>
            </a:r>
          </a:p>
          <a:p>
            <a:pPr marL="25400" indent="0" algn="r">
              <a:buNone/>
            </a:pPr>
            <a:r>
              <a:rPr lang="fr-FR" sz="3600" b="1" noProof="0" dirty="0"/>
              <a:t>Aux hommes qu’Il aime (bis)</a:t>
            </a:r>
          </a:p>
        </p:txBody>
      </p:sp>
    </p:spTree>
    <p:extLst>
      <p:ext uri="{BB962C8B-B14F-4D97-AF65-F5344CB8AC3E}">
        <p14:creationId xmlns:p14="http://schemas.microsoft.com/office/powerpoint/2010/main" val="8165962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Shape 313">
          <a:extLst>
            <a:ext uri="{FF2B5EF4-FFF2-40B4-BE49-F238E27FC236}">
              <a16:creationId xmlns:a16="http://schemas.microsoft.com/office/drawing/2014/main" id="{29E48CA0-889F-9BA5-4543-80BDA48E3A99}"/>
            </a:ext>
          </a:extLst>
        </p:cNvPr>
        <p:cNvGrpSpPr/>
        <p:nvPr/>
      </p:nvGrpSpPr>
      <p:grpSpPr>
        <a:xfrm>
          <a:off x="0" y="0"/>
          <a:ext cx="0" cy="0"/>
          <a:chOff x="0" y="0"/>
          <a:chExt cx="0" cy="0"/>
        </a:xfrm>
      </p:grpSpPr>
      <p:sp>
        <p:nvSpPr>
          <p:cNvPr id="314" name="Google Shape;314;p2">
            <a:extLst>
              <a:ext uri="{FF2B5EF4-FFF2-40B4-BE49-F238E27FC236}">
                <a16:creationId xmlns:a16="http://schemas.microsoft.com/office/drawing/2014/main" id="{20836FE2-99C9-ECA6-704F-1C7F1C95D0B9}"/>
              </a:ext>
            </a:extLst>
          </p:cNvPr>
          <p:cNvSpPr txBox="1">
            <a:spLocks noGrp="1"/>
          </p:cNvSpPr>
          <p:nvPr>
            <p:ph type="body" idx="1"/>
          </p:nvPr>
        </p:nvSpPr>
        <p:spPr>
          <a:xfrm>
            <a:off x="0" y="359228"/>
            <a:ext cx="9056914" cy="6498771"/>
          </a:xfrm>
          <a:prstGeom prst="rect">
            <a:avLst/>
          </a:prstGeom>
          <a:noFill/>
          <a:ln>
            <a:noFill/>
          </a:ln>
        </p:spPr>
        <p:txBody>
          <a:bodyPr spcFirstLastPara="1" wrap="square" lIns="91425" tIns="45700" rIns="91425" bIns="45700" anchor="t" anchorCtr="0">
            <a:noAutofit/>
          </a:bodyPr>
          <a:lstStyle/>
          <a:p>
            <a:pPr marL="25400" indent="0" algn="r">
              <a:buNone/>
            </a:pPr>
            <a:r>
              <a:rPr lang="fr-FR" sz="3600" b="1" noProof="0" dirty="0"/>
              <a:t>Toi qui enlèves, le péché du monde,</a:t>
            </a:r>
          </a:p>
          <a:p>
            <a:pPr marL="25400" indent="0" algn="r">
              <a:buNone/>
            </a:pPr>
            <a:r>
              <a:rPr lang="fr-FR" sz="3600" b="1" noProof="0" dirty="0"/>
              <a:t>Prends pitié de nous, reçois nos prières</a:t>
            </a:r>
          </a:p>
          <a:p>
            <a:pPr marL="25400" indent="0" algn="r">
              <a:buNone/>
            </a:pPr>
            <a:r>
              <a:rPr lang="fr-FR" sz="3600" b="1" noProof="0" dirty="0"/>
              <a:t>Toi qui es assis, à droite du Père,</a:t>
            </a:r>
          </a:p>
          <a:p>
            <a:pPr marL="25400" indent="0" algn="r">
              <a:buNone/>
            </a:pPr>
            <a:r>
              <a:rPr lang="fr-FR" sz="3600" b="1" noProof="0" dirty="0"/>
              <a:t>Prends pitié de nous, reçois nos prières</a:t>
            </a:r>
          </a:p>
          <a:p>
            <a:pPr marL="25400" indent="0" algn="r">
              <a:buNone/>
            </a:pPr>
            <a:r>
              <a:rPr lang="fr-FR" sz="3600" b="1" noProof="0" dirty="0"/>
              <a:t>Car Toi seul es saint, Toi seul es Seigneur,</a:t>
            </a:r>
          </a:p>
          <a:p>
            <a:pPr marL="25400" indent="0" algn="r">
              <a:buNone/>
            </a:pPr>
            <a:r>
              <a:rPr lang="fr-FR" sz="3600" b="1" noProof="0" dirty="0"/>
              <a:t>Tu es le Très-Haut, Jésus-Christ,</a:t>
            </a:r>
          </a:p>
          <a:p>
            <a:pPr marL="25400" indent="0" algn="r">
              <a:buNone/>
            </a:pPr>
            <a:r>
              <a:rPr lang="fr-FR" sz="3600" b="1" noProof="0" dirty="0"/>
              <a:t>Dans l’unité du Saint-Esprit,</a:t>
            </a:r>
          </a:p>
          <a:p>
            <a:pPr marL="25400" indent="0" algn="r">
              <a:buNone/>
            </a:pPr>
            <a:r>
              <a:rPr lang="fr-FR" sz="3600" b="1" noProof="0" dirty="0"/>
              <a:t>Et dans la gloire de Dieu le Père</a:t>
            </a:r>
          </a:p>
        </p:txBody>
      </p:sp>
    </p:spTree>
    <p:extLst>
      <p:ext uri="{BB962C8B-B14F-4D97-AF65-F5344CB8AC3E}">
        <p14:creationId xmlns:p14="http://schemas.microsoft.com/office/powerpoint/2010/main" val="12362595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Shape 308">
          <a:extLst>
            <a:ext uri="{FF2B5EF4-FFF2-40B4-BE49-F238E27FC236}">
              <a16:creationId xmlns:a16="http://schemas.microsoft.com/office/drawing/2014/main" id="{788EE1D3-14BC-A77C-BD1C-3127BF450591}"/>
            </a:ext>
          </a:extLst>
        </p:cNvPr>
        <p:cNvGrpSpPr/>
        <p:nvPr/>
      </p:nvGrpSpPr>
      <p:grpSpPr>
        <a:xfrm>
          <a:off x="0" y="0"/>
          <a:ext cx="0" cy="0"/>
          <a:chOff x="0" y="0"/>
          <a:chExt cx="0" cy="0"/>
        </a:xfrm>
      </p:grpSpPr>
      <p:pic>
        <p:nvPicPr>
          <p:cNvPr id="3" name="Image 2">
            <a:extLst>
              <a:ext uri="{FF2B5EF4-FFF2-40B4-BE49-F238E27FC236}">
                <a16:creationId xmlns:a16="http://schemas.microsoft.com/office/drawing/2014/main" id="{A6011C18-3E9D-2B83-7805-F140ADD2C1F7}"/>
              </a:ext>
            </a:extLst>
          </p:cNvPr>
          <p:cNvPicPr>
            <a:picLocks noChangeAspect="1"/>
          </p:cNvPicPr>
          <p:nvPr/>
        </p:nvPicPr>
        <p:blipFill>
          <a:blip r:embed="rId3"/>
          <a:stretch>
            <a:fillRect/>
          </a:stretch>
        </p:blipFill>
        <p:spPr>
          <a:xfrm>
            <a:off x="2000250" y="0"/>
            <a:ext cx="5143500" cy="6858000"/>
          </a:xfrm>
          <a:prstGeom prst="rect">
            <a:avLst/>
          </a:prstGeom>
        </p:spPr>
      </p:pic>
    </p:spTree>
    <p:extLst>
      <p:ext uri="{BB962C8B-B14F-4D97-AF65-F5344CB8AC3E}">
        <p14:creationId xmlns:p14="http://schemas.microsoft.com/office/powerpoint/2010/main" val="108173024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Shape 507">
          <a:extLst>
            <a:ext uri="{FF2B5EF4-FFF2-40B4-BE49-F238E27FC236}">
              <a16:creationId xmlns:a16="http://schemas.microsoft.com/office/drawing/2014/main" id="{E2BF7BEF-E25E-CAB0-494D-C517CCF03089}"/>
            </a:ext>
          </a:extLst>
        </p:cNvPr>
        <p:cNvGrpSpPr/>
        <p:nvPr/>
      </p:nvGrpSpPr>
      <p:grpSpPr>
        <a:xfrm>
          <a:off x="0" y="0"/>
          <a:ext cx="0" cy="0"/>
          <a:chOff x="0" y="0"/>
          <a:chExt cx="0" cy="0"/>
        </a:xfrm>
      </p:grpSpPr>
      <p:sp>
        <p:nvSpPr>
          <p:cNvPr id="508" name="Google Shape;508;p37">
            <a:extLst>
              <a:ext uri="{FF2B5EF4-FFF2-40B4-BE49-F238E27FC236}">
                <a16:creationId xmlns:a16="http://schemas.microsoft.com/office/drawing/2014/main" id="{340970A3-D47D-EF8A-FF7F-ADA651D8448B}"/>
              </a:ext>
            </a:extLst>
          </p:cNvPr>
          <p:cNvSpPr txBox="1">
            <a:spLocks noGrp="1"/>
          </p:cNvSpPr>
          <p:nvPr>
            <p:ph type="title"/>
          </p:nvPr>
        </p:nvSpPr>
        <p:spPr>
          <a:xfrm>
            <a:off x="0" y="277812"/>
            <a:ext cx="9144000" cy="6103937"/>
          </a:xfrm>
          <a:prstGeom prst="rect">
            <a:avLst/>
          </a:prstGeom>
          <a:noFill/>
          <a:ln>
            <a:noFill/>
          </a:ln>
        </p:spPr>
        <p:txBody>
          <a:bodyPr spcFirstLastPara="1" wrap="square" lIns="91425" tIns="45700" rIns="91425" bIns="45700" anchor="ctr" anchorCtr="0">
            <a:noAutofit/>
          </a:bodyPr>
          <a:lstStyle/>
          <a:p>
            <a:pPr lvl="0">
              <a:buClr>
                <a:srgbClr val="FFFFFF"/>
              </a:buClr>
            </a:pPr>
            <a:r>
              <a:rPr lang="fr-FR" sz="3000" noProof="0" dirty="0"/>
              <a:t>PSAUME 22 (23)</a:t>
            </a:r>
            <a:endParaRPr lang="fr-FR" noProof="0" dirty="0"/>
          </a:p>
        </p:txBody>
      </p:sp>
    </p:spTree>
    <p:extLst>
      <p:ext uri="{BB962C8B-B14F-4D97-AF65-F5344CB8AC3E}">
        <p14:creationId xmlns:p14="http://schemas.microsoft.com/office/powerpoint/2010/main" val="97373888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Shape 476">
          <a:extLst>
            <a:ext uri="{FF2B5EF4-FFF2-40B4-BE49-F238E27FC236}">
              <a16:creationId xmlns:a16="http://schemas.microsoft.com/office/drawing/2014/main" id="{64208B8D-1EF1-41B4-D034-69BE042E5C28}"/>
            </a:ext>
          </a:extLst>
        </p:cNvPr>
        <p:cNvGrpSpPr/>
        <p:nvPr/>
      </p:nvGrpSpPr>
      <p:grpSpPr>
        <a:xfrm>
          <a:off x="0" y="0"/>
          <a:ext cx="0" cy="0"/>
          <a:chOff x="0" y="0"/>
          <a:chExt cx="0" cy="0"/>
        </a:xfrm>
      </p:grpSpPr>
      <p:sp>
        <p:nvSpPr>
          <p:cNvPr id="477" name="Google Shape;477;p31">
            <a:extLst>
              <a:ext uri="{FF2B5EF4-FFF2-40B4-BE49-F238E27FC236}">
                <a16:creationId xmlns:a16="http://schemas.microsoft.com/office/drawing/2014/main" id="{D3D30368-EC91-D90E-4C25-F8EC9CE47D13}"/>
              </a:ext>
            </a:extLst>
          </p:cNvPr>
          <p:cNvSpPr txBox="1">
            <a:spLocks noGrp="1"/>
          </p:cNvSpPr>
          <p:nvPr>
            <p:ph type="title"/>
          </p:nvPr>
        </p:nvSpPr>
        <p:spPr>
          <a:xfrm>
            <a:off x="0" y="0"/>
            <a:ext cx="9035144" cy="6858000"/>
          </a:xfrm>
          <a:prstGeom prst="rect">
            <a:avLst/>
          </a:prstGeom>
          <a:noFill/>
          <a:ln>
            <a:noFill/>
          </a:ln>
        </p:spPr>
        <p:txBody>
          <a:bodyPr spcFirstLastPara="1" wrap="square" lIns="91425" tIns="45700" rIns="91425" bIns="45700" anchor="ctr" anchorCtr="0">
            <a:noAutofit/>
          </a:bodyPr>
          <a:lstStyle/>
          <a:p>
            <a:pPr lvl="0" algn="r">
              <a:buClr>
                <a:srgbClr val="FFFFFF"/>
              </a:buClr>
            </a:pPr>
            <a:r>
              <a:rPr lang="fr-FR" sz="4000" noProof="0" dirty="0"/>
              <a:t>Le Seigneur est </a:t>
            </a:r>
            <a:r>
              <a:rPr lang="fr-FR" sz="4000" u="sng" noProof="0" dirty="0"/>
              <a:t>mon</a:t>
            </a:r>
            <a:r>
              <a:rPr lang="fr-FR" sz="4000" noProof="0" dirty="0"/>
              <a:t> berger :</a:t>
            </a:r>
          </a:p>
          <a:p>
            <a:pPr algn="r"/>
            <a:r>
              <a:rPr lang="fr-FR" sz="4000" noProof="0" dirty="0"/>
              <a:t>je ne </a:t>
            </a:r>
            <a:r>
              <a:rPr lang="fr-FR" sz="4000" u="sng" noProof="0" dirty="0"/>
              <a:t>man</a:t>
            </a:r>
            <a:r>
              <a:rPr lang="fr-FR" sz="4000" noProof="0" dirty="0"/>
              <a:t>que de rien.</a:t>
            </a:r>
          </a:p>
          <a:p>
            <a:pPr algn="r"/>
            <a:r>
              <a:rPr lang="fr-FR" sz="4000" noProof="0" dirty="0"/>
              <a:t>Sur des prés </a:t>
            </a:r>
            <a:r>
              <a:rPr lang="fr-FR" sz="4000" u="sng" noProof="0" dirty="0"/>
              <a:t>d’her</a:t>
            </a:r>
            <a:r>
              <a:rPr lang="fr-FR" sz="4000" noProof="0" dirty="0"/>
              <a:t>be fraîche,</a:t>
            </a:r>
          </a:p>
          <a:p>
            <a:pPr algn="r"/>
            <a:r>
              <a:rPr lang="fr-FR" sz="4000" noProof="0" dirty="0"/>
              <a:t>il me </a:t>
            </a:r>
            <a:r>
              <a:rPr lang="fr-FR" sz="4000" u="sng" noProof="0" dirty="0"/>
              <a:t>fait</a:t>
            </a:r>
            <a:r>
              <a:rPr lang="fr-FR" sz="4000" noProof="0" dirty="0"/>
              <a:t> reposer.</a:t>
            </a:r>
            <a:br>
              <a:rPr lang="fr-FR" sz="4000" noProof="0" dirty="0"/>
            </a:br>
            <a:br>
              <a:rPr lang="fr-FR" sz="4000" noProof="0" dirty="0"/>
            </a:br>
            <a:endParaRPr lang="fr-FR" sz="4000" noProof="0" dirty="0"/>
          </a:p>
          <a:p>
            <a:pPr algn="r"/>
            <a:r>
              <a:rPr lang="fr-FR" sz="4000" noProof="0" dirty="0"/>
              <a:t>Il me mène vers les </a:t>
            </a:r>
            <a:r>
              <a:rPr lang="fr-FR" sz="4000" u="sng" noProof="0" dirty="0"/>
              <a:t>eaux</a:t>
            </a:r>
            <a:r>
              <a:rPr lang="fr-FR" sz="4000" noProof="0" dirty="0"/>
              <a:t> tranquilles</a:t>
            </a:r>
          </a:p>
          <a:p>
            <a:pPr algn="r"/>
            <a:r>
              <a:rPr lang="fr-FR" sz="4000" noProof="0" dirty="0"/>
              <a:t>et me </a:t>
            </a:r>
            <a:r>
              <a:rPr lang="fr-FR" sz="4000" u="sng" noProof="0" dirty="0"/>
              <a:t>fait</a:t>
            </a:r>
            <a:r>
              <a:rPr lang="fr-FR" sz="4000" noProof="0" dirty="0"/>
              <a:t> revivre ;</a:t>
            </a:r>
          </a:p>
          <a:p>
            <a:pPr algn="r"/>
            <a:r>
              <a:rPr lang="fr-FR" sz="4000" noProof="0" dirty="0"/>
              <a:t>il me conduit par le </a:t>
            </a:r>
            <a:r>
              <a:rPr lang="fr-FR" sz="4000" u="sng" noProof="0" dirty="0"/>
              <a:t>juste</a:t>
            </a:r>
            <a:r>
              <a:rPr lang="fr-FR" sz="4000" noProof="0" dirty="0"/>
              <a:t> chemin</a:t>
            </a:r>
          </a:p>
          <a:p>
            <a:pPr algn="r"/>
            <a:r>
              <a:rPr lang="fr-FR" sz="4000" noProof="0" dirty="0"/>
              <a:t>pour l’hon</a:t>
            </a:r>
            <a:r>
              <a:rPr lang="fr-FR" sz="4000" u="sng" noProof="0" dirty="0"/>
              <a:t>neur</a:t>
            </a:r>
            <a:r>
              <a:rPr lang="fr-FR" sz="4000" noProof="0" dirty="0"/>
              <a:t> de son nom.</a:t>
            </a:r>
          </a:p>
        </p:txBody>
      </p:sp>
    </p:spTree>
    <p:extLst>
      <p:ext uri="{BB962C8B-B14F-4D97-AF65-F5344CB8AC3E}">
        <p14:creationId xmlns:p14="http://schemas.microsoft.com/office/powerpoint/2010/main" val="132335385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Shape 476">
          <a:extLst>
            <a:ext uri="{FF2B5EF4-FFF2-40B4-BE49-F238E27FC236}">
              <a16:creationId xmlns:a16="http://schemas.microsoft.com/office/drawing/2014/main" id="{C5C2162D-AD17-EF66-034B-6B7F28CD59F5}"/>
            </a:ext>
          </a:extLst>
        </p:cNvPr>
        <p:cNvGrpSpPr/>
        <p:nvPr/>
      </p:nvGrpSpPr>
      <p:grpSpPr>
        <a:xfrm>
          <a:off x="0" y="0"/>
          <a:ext cx="0" cy="0"/>
          <a:chOff x="0" y="0"/>
          <a:chExt cx="0" cy="0"/>
        </a:xfrm>
      </p:grpSpPr>
      <p:sp>
        <p:nvSpPr>
          <p:cNvPr id="477" name="Google Shape;477;p31">
            <a:extLst>
              <a:ext uri="{FF2B5EF4-FFF2-40B4-BE49-F238E27FC236}">
                <a16:creationId xmlns:a16="http://schemas.microsoft.com/office/drawing/2014/main" id="{DBB0224B-1E98-8239-0168-BD21C2AAA1D7}"/>
              </a:ext>
            </a:extLst>
          </p:cNvPr>
          <p:cNvSpPr txBox="1">
            <a:spLocks noGrp="1"/>
          </p:cNvSpPr>
          <p:nvPr>
            <p:ph type="title"/>
          </p:nvPr>
        </p:nvSpPr>
        <p:spPr>
          <a:xfrm>
            <a:off x="0" y="0"/>
            <a:ext cx="9035144" cy="6858000"/>
          </a:xfrm>
          <a:prstGeom prst="rect">
            <a:avLst/>
          </a:prstGeom>
          <a:noFill/>
          <a:ln>
            <a:noFill/>
          </a:ln>
        </p:spPr>
        <p:txBody>
          <a:bodyPr spcFirstLastPara="1" wrap="square" lIns="91425" tIns="45700" rIns="91425" bIns="45700" anchor="ctr" anchorCtr="0">
            <a:noAutofit/>
          </a:bodyPr>
          <a:lstStyle/>
          <a:p>
            <a:pPr lvl="0" algn="r">
              <a:buClr>
                <a:srgbClr val="FFFFFF"/>
              </a:buClr>
            </a:pPr>
            <a:r>
              <a:rPr lang="fr-FR" sz="4000" noProof="0" dirty="0"/>
              <a:t>Si je traverse les ra</a:t>
            </a:r>
            <a:r>
              <a:rPr lang="fr-FR" sz="4000" u="sng" noProof="0" dirty="0"/>
              <a:t>vins</a:t>
            </a:r>
            <a:r>
              <a:rPr lang="fr-FR" sz="4000" noProof="0" dirty="0"/>
              <a:t> de la mort,</a:t>
            </a:r>
          </a:p>
          <a:p>
            <a:pPr algn="r"/>
            <a:r>
              <a:rPr lang="fr-FR" sz="4000" noProof="0" dirty="0"/>
              <a:t>je ne </a:t>
            </a:r>
            <a:r>
              <a:rPr lang="fr-FR" sz="4000" u="sng" noProof="0" dirty="0"/>
              <a:t>crains</a:t>
            </a:r>
            <a:r>
              <a:rPr lang="fr-FR" sz="4000" noProof="0" dirty="0"/>
              <a:t> aucun mal,</a:t>
            </a:r>
          </a:p>
          <a:p>
            <a:pPr algn="r"/>
            <a:r>
              <a:rPr lang="fr-FR" sz="4000" noProof="0" dirty="0"/>
              <a:t>car tu </a:t>
            </a:r>
            <a:r>
              <a:rPr lang="fr-FR" sz="4000" u="sng" noProof="0" dirty="0"/>
              <a:t>es</a:t>
            </a:r>
            <a:r>
              <a:rPr lang="fr-FR" sz="4000" noProof="0" dirty="0"/>
              <a:t> avec moi,</a:t>
            </a:r>
          </a:p>
          <a:p>
            <a:pPr algn="r"/>
            <a:r>
              <a:rPr lang="fr-FR" sz="4000" noProof="0" dirty="0"/>
              <a:t>ton bâton me </a:t>
            </a:r>
            <a:r>
              <a:rPr lang="fr-FR" sz="4000" u="sng" noProof="0" dirty="0"/>
              <a:t>guide</a:t>
            </a:r>
            <a:r>
              <a:rPr lang="fr-FR" sz="4000" noProof="0" dirty="0"/>
              <a:t> et me rassure.</a:t>
            </a:r>
            <a:br>
              <a:rPr lang="fr-FR" sz="4000" noProof="0" dirty="0"/>
            </a:br>
            <a:endParaRPr lang="fr-FR" sz="4000" noProof="0" dirty="0"/>
          </a:p>
          <a:p>
            <a:pPr algn="r"/>
            <a:r>
              <a:rPr lang="fr-FR" sz="4000" noProof="0" dirty="0"/>
              <a:t>Tu prépares la </a:t>
            </a:r>
            <a:r>
              <a:rPr lang="fr-FR" sz="4000" u="sng" noProof="0" dirty="0"/>
              <a:t>table</a:t>
            </a:r>
            <a:r>
              <a:rPr lang="fr-FR" sz="4000" noProof="0" dirty="0"/>
              <a:t> pour moi</a:t>
            </a:r>
          </a:p>
          <a:p>
            <a:pPr algn="r"/>
            <a:r>
              <a:rPr lang="fr-FR" sz="4000" noProof="0" dirty="0"/>
              <a:t>devant </a:t>
            </a:r>
            <a:r>
              <a:rPr lang="fr-FR" sz="4000" u="sng" noProof="0" dirty="0"/>
              <a:t>mes</a:t>
            </a:r>
            <a:r>
              <a:rPr lang="fr-FR" sz="4000" noProof="0" dirty="0"/>
              <a:t> ennemis ;</a:t>
            </a:r>
          </a:p>
          <a:p>
            <a:pPr algn="r"/>
            <a:r>
              <a:rPr lang="fr-FR" sz="4000" noProof="0" dirty="0"/>
              <a:t>tu répands le par</a:t>
            </a:r>
            <a:r>
              <a:rPr lang="fr-FR" sz="4000" u="sng" noProof="0" dirty="0"/>
              <a:t>fum</a:t>
            </a:r>
            <a:r>
              <a:rPr lang="fr-FR" sz="4000" noProof="0" dirty="0"/>
              <a:t> sur ma tête,</a:t>
            </a:r>
          </a:p>
          <a:p>
            <a:pPr algn="r"/>
            <a:r>
              <a:rPr lang="fr-FR" sz="4000" noProof="0" dirty="0"/>
              <a:t>ma coupe </a:t>
            </a:r>
            <a:r>
              <a:rPr lang="fr-FR" sz="4000" u="sng" noProof="0" dirty="0"/>
              <a:t>est</a:t>
            </a:r>
            <a:r>
              <a:rPr lang="fr-FR" sz="4000" noProof="0" dirty="0"/>
              <a:t> débordante.</a:t>
            </a:r>
          </a:p>
        </p:txBody>
      </p:sp>
    </p:spTree>
    <p:extLst>
      <p:ext uri="{BB962C8B-B14F-4D97-AF65-F5344CB8AC3E}">
        <p14:creationId xmlns:p14="http://schemas.microsoft.com/office/powerpoint/2010/main" val="342039545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Shape 476">
          <a:extLst>
            <a:ext uri="{FF2B5EF4-FFF2-40B4-BE49-F238E27FC236}">
              <a16:creationId xmlns:a16="http://schemas.microsoft.com/office/drawing/2014/main" id="{B0CD13A8-71F1-AB4B-3514-A1229895E553}"/>
            </a:ext>
          </a:extLst>
        </p:cNvPr>
        <p:cNvGrpSpPr/>
        <p:nvPr/>
      </p:nvGrpSpPr>
      <p:grpSpPr>
        <a:xfrm>
          <a:off x="0" y="0"/>
          <a:ext cx="0" cy="0"/>
          <a:chOff x="0" y="0"/>
          <a:chExt cx="0" cy="0"/>
        </a:xfrm>
      </p:grpSpPr>
      <p:sp>
        <p:nvSpPr>
          <p:cNvPr id="477" name="Google Shape;477;p31">
            <a:extLst>
              <a:ext uri="{FF2B5EF4-FFF2-40B4-BE49-F238E27FC236}">
                <a16:creationId xmlns:a16="http://schemas.microsoft.com/office/drawing/2014/main" id="{2FEF823B-9D58-18E9-E488-3B32237916FE}"/>
              </a:ext>
            </a:extLst>
          </p:cNvPr>
          <p:cNvSpPr txBox="1">
            <a:spLocks noGrp="1"/>
          </p:cNvSpPr>
          <p:nvPr>
            <p:ph type="title"/>
          </p:nvPr>
        </p:nvSpPr>
        <p:spPr>
          <a:xfrm>
            <a:off x="0" y="0"/>
            <a:ext cx="9035144" cy="6858000"/>
          </a:xfrm>
          <a:prstGeom prst="rect">
            <a:avLst/>
          </a:prstGeom>
          <a:noFill/>
          <a:ln>
            <a:noFill/>
          </a:ln>
        </p:spPr>
        <p:txBody>
          <a:bodyPr spcFirstLastPara="1" wrap="square" lIns="91425" tIns="45700" rIns="91425" bIns="45700" anchor="ctr" anchorCtr="0">
            <a:noAutofit/>
          </a:bodyPr>
          <a:lstStyle/>
          <a:p>
            <a:pPr lvl="0" algn="r">
              <a:buClr>
                <a:srgbClr val="FFFFFF"/>
              </a:buClr>
            </a:pPr>
            <a:r>
              <a:rPr lang="fr-FR" sz="4000" noProof="0" dirty="0"/>
              <a:t>Grâce et bon</a:t>
            </a:r>
            <a:r>
              <a:rPr lang="fr-FR" sz="4000" u="sng" noProof="0" dirty="0"/>
              <a:t>heur</a:t>
            </a:r>
            <a:r>
              <a:rPr lang="fr-FR" sz="4000" noProof="0" dirty="0"/>
              <a:t> m’accompagnent</a:t>
            </a:r>
          </a:p>
          <a:p>
            <a:pPr algn="r"/>
            <a:r>
              <a:rPr lang="fr-FR" sz="4000" noProof="0" dirty="0"/>
              <a:t>tous les </a:t>
            </a:r>
            <a:r>
              <a:rPr lang="fr-FR" sz="4000" u="sng" noProof="0" dirty="0"/>
              <a:t>jours</a:t>
            </a:r>
            <a:r>
              <a:rPr lang="fr-FR" sz="4000" noProof="0" dirty="0"/>
              <a:t> de ma vie ;</a:t>
            </a:r>
          </a:p>
          <a:p>
            <a:pPr algn="r"/>
            <a:r>
              <a:rPr lang="fr-FR" sz="4000" noProof="0" dirty="0"/>
              <a:t>j’habiterai la mai</a:t>
            </a:r>
            <a:r>
              <a:rPr lang="fr-FR" sz="4000" u="sng" noProof="0" dirty="0"/>
              <a:t>son</a:t>
            </a:r>
            <a:r>
              <a:rPr lang="fr-FR" sz="4000" noProof="0" dirty="0"/>
              <a:t> du Seigneur</a:t>
            </a:r>
          </a:p>
          <a:p>
            <a:pPr algn="r"/>
            <a:r>
              <a:rPr lang="fr-FR" sz="4000" noProof="0" dirty="0"/>
              <a:t>pour la du</a:t>
            </a:r>
            <a:r>
              <a:rPr lang="fr-FR" sz="4000" u="sng" noProof="0" dirty="0"/>
              <a:t>rée</a:t>
            </a:r>
            <a:r>
              <a:rPr lang="fr-FR" sz="4000" noProof="0" dirty="0"/>
              <a:t> de mes jours.</a:t>
            </a:r>
          </a:p>
        </p:txBody>
      </p:sp>
    </p:spTree>
    <p:extLst>
      <p:ext uri="{BB962C8B-B14F-4D97-AF65-F5344CB8AC3E}">
        <p14:creationId xmlns:p14="http://schemas.microsoft.com/office/powerpoint/2010/main" val="192123920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Shape 323"/>
        <p:cNvGrpSpPr/>
        <p:nvPr/>
      </p:nvGrpSpPr>
      <p:grpSpPr>
        <a:xfrm>
          <a:off x="0" y="0"/>
          <a:ext cx="0" cy="0"/>
          <a:chOff x="0" y="0"/>
          <a:chExt cx="0" cy="0"/>
        </a:xfrm>
      </p:grpSpPr>
      <p:pic>
        <p:nvPicPr>
          <p:cNvPr id="2050" name="Picture 2" descr="Photorealistic 3D render looking up at a dramatic sunset sky. Voluminous, soft clouds are illuminated in vibrant oranges, pinks, and golds. The word &quot;Alleluia!&quot; appears naturally formed">
            <a:extLst>
              <a:ext uri="{FF2B5EF4-FFF2-40B4-BE49-F238E27FC236}">
                <a16:creationId xmlns:a16="http://schemas.microsoft.com/office/drawing/2014/main" id="{015690D3-B12F-1E9D-1CA2-F98C03760E5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42539" y="1032553"/>
            <a:ext cx="4076700" cy="2286000"/>
          </a:xfrm>
          <a:prstGeom prst="rect">
            <a:avLst/>
          </a:prstGeom>
          <a:noFill/>
          <a:extLst>
            <a:ext uri="{909E8E84-426E-40DD-AFC4-6F175D3DCCD1}">
              <a14:hiddenFill xmlns:a14="http://schemas.microsoft.com/office/drawing/2010/main">
                <a:solidFill>
                  <a:srgbClr val="FFFFFF"/>
                </a:solidFill>
              </a14:hiddenFill>
            </a:ext>
          </a:extLst>
        </p:spPr>
      </p:pic>
      <p:sp>
        <p:nvSpPr>
          <p:cNvPr id="3" name="ZoneTexte 2">
            <a:extLst>
              <a:ext uri="{FF2B5EF4-FFF2-40B4-BE49-F238E27FC236}">
                <a16:creationId xmlns:a16="http://schemas.microsoft.com/office/drawing/2014/main" id="{13C52002-A4FC-B230-DC57-21E134D216E8}"/>
              </a:ext>
            </a:extLst>
          </p:cNvPr>
          <p:cNvSpPr txBox="1"/>
          <p:nvPr/>
        </p:nvSpPr>
        <p:spPr>
          <a:xfrm>
            <a:off x="297950" y="4351486"/>
            <a:ext cx="8291245" cy="1754326"/>
          </a:xfrm>
          <a:prstGeom prst="rect">
            <a:avLst/>
          </a:prstGeom>
          <a:noFill/>
        </p:spPr>
        <p:txBody>
          <a:bodyPr wrap="square">
            <a:spAutoFit/>
          </a:bodyPr>
          <a:lstStyle/>
          <a:p>
            <a:pPr lvl="0" algn="r">
              <a:buClr>
                <a:srgbClr val="FFFFFF"/>
              </a:buClr>
              <a:buSzPts val="4800"/>
            </a:pPr>
            <a:r>
              <a:rPr lang="fr-FR" sz="2700" noProof="0" dirty="0"/>
              <a:t>Alléluia, Alléluia,</a:t>
            </a:r>
          </a:p>
          <a:p>
            <a:r>
              <a:rPr lang="fr-FR" sz="2700" noProof="0" dirty="0"/>
              <a:t>Sur ma vie, un seul nom c’est lui Jésus Christ</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Shape 333"/>
        <p:cNvGrpSpPr/>
        <p:nvPr/>
      </p:nvGrpSpPr>
      <p:grpSpPr>
        <a:xfrm>
          <a:off x="0" y="0"/>
          <a:ext cx="0" cy="0"/>
          <a:chOff x="0" y="0"/>
          <a:chExt cx="0" cy="0"/>
        </a:xfrm>
      </p:grpSpPr>
      <p:sp>
        <p:nvSpPr>
          <p:cNvPr id="334" name="Google Shape;334;p6"/>
          <p:cNvSpPr txBox="1"/>
          <p:nvPr/>
        </p:nvSpPr>
        <p:spPr>
          <a:xfrm>
            <a:off x="0" y="0"/>
            <a:ext cx="9144000" cy="68580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endParaRPr lang="fr-FR" sz="1400" b="0" i="0" u="none" noProof="0" dirty="0">
              <a:solidFill>
                <a:srgbClr val="000000"/>
              </a:solidFill>
              <a:latin typeface="Arial"/>
              <a:ea typeface="Arial"/>
              <a:cs typeface="Arial"/>
              <a:sym typeface="Arial"/>
            </a:endParaRPr>
          </a:p>
        </p:txBody>
      </p:sp>
      <p:sp>
        <p:nvSpPr>
          <p:cNvPr id="335" name="Google Shape;335;p6"/>
          <p:cNvSpPr txBox="1"/>
          <p:nvPr/>
        </p:nvSpPr>
        <p:spPr>
          <a:xfrm>
            <a:off x="0" y="0"/>
            <a:ext cx="9035143" cy="6858000"/>
          </a:xfrm>
          <a:prstGeom prst="rect">
            <a:avLst/>
          </a:prstGeom>
          <a:noFill/>
          <a:ln>
            <a:noFill/>
          </a:ln>
        </p:spPr>
        <p:txBody>
          <a:bodyPr spcFirstLastPara="1" wrap="square" lIns="91425" tIns="91425" rIns="91425" bIns="91425" anchor="ctr" anchorCtr="0">
            <a:noAutofit/>
          </a:bodyPr>
          <a:lstStyle/>
          <a:p>
            <a:pPr lvl="0" algn="r">
              <a:buClr>
                <a:srgbClr val="FFFFFF"/>
              </a:buClr>
              <a:buSzPts val="4800"/>
            </a:pPr>
            <a:r>
              <a:rPr lang="fr-FR" sz="4800" b="1" noProof="0" dirty="0">
                <a:solidFill>
                  <a:srgbClr val="FFFFFF"/>
                </a:solidFill>
                <a:latin typeface="Comic Sans MS"/>
                <a:ea typeface="Comic Sans MS"/>
                <a:cs typeface="Comic Sans MS"/>
                <a:sym typeface="Comic Sans MS"/>
              </a:rPr>
              <a:t>Je te cherche Dieu, tu es mon dieu et je t’appelle</a:t>
            </a:r>
          </a:p>
          <a:p>
            <a:pPr lvl="0" algn="r">
              <a:buClr>
                <a:srgbClr val="FFFFFF"/>
              </a:buClr>
              <a:buSzPts val="4800"/>
            </a:pPr>
            <a:r>
              <a:rPr lang="fr-FR" sz="4800" b="1" noProof="0" dirty="0">
                <a:solidFill>
                  <a:srgbClr val="FFFFFF"/>
                </a:solidFill>
                <a:latin typeface="Comic Sans MS"/>
                <a:ea typeface="Comic Sans MS"/>
                <a:cs typeface="Comic Sans MS"/>
                <a:sym typeface="Comic Sans MS"/>
              </a:rPr>
              <a:t>Je te cherche Dieu, Entends la vois de ma prière</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Shape 328"/>
        <p:cNvGrpSpPr/>
        <p:nvPr/>
      </p:nvGrpSpPr>
      <p:grpSpPr>
        <a:xfrm>
          <a:off x="0" y="0"/>
          <a:ext cx="0" cy="0"/>
          <a:chOff x="0" y="0"/>
          <a:chExt cx="0" cy="0"/>
        </a:xfrm>
      </p:grpSpPr>
      <p:pic>
        <p:nvPicPr>
          <p:cNvPr id="3" name="Image 2">
            <a:extLst>
              <a:ext uri="{FF2B5EF4-FFF2-40B4-BE49-F238E27FC236}">
                <a16:creationId xmlns:a16="http://schemas.microsoft.com/office/drawing/2014/main" id="{B8649E44-2CAD-965E-3ECE-9E4713511452}"/>
              </a:ext>
            </a:extLst>
          </p:cNvPr>
          <p:cNvPicPr>
            <a:picLocks noChangeAspect="1"/>
          </p:cNvPicPr>
          <p:nvPr/>
        </p:nvPicPr>
        <p:blipFill>
          <a:blip r:embed="rId3"/>
          <a:stretch>
            <a:fillRect/>
          </a:stretch>
        </p:blipFill>
        <p:spPr>
          <a:xfrm>
            <a:off x="2000250" y="0"/>
            <a:ext cx="5143500" cy="685800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Shape 333">
          <a:extLst>
            <a:ext uri="{FF2B5EF4-FFF2-40B4-BE49-F238E27FC236}">
              <a16:creationId xmlns:a16="http://schemas.microsoft.com/office/drawing/2014/main" id="{4558FDDB-BA8B-AEB2-D182-1BEE387DF76D}"/>
            </a:ext>
          </a:extLst>
        </p:cNvPr>
        <p:cNvGrpSpPr/>
        <p:nvPr/>
      </p:nvGrpSpPr>
      <p:grpSpPr>
        <a:xfrm>
          <a:off x="0" y="0"/>
          <a:ext cx="0" cy="0"/>
          <a:chOff x="0" y="0"/>
          <a:chExt cx="0" cy="0"/>
        </a:xfrm>
      </p:grpSpPr>
      <p:sp>
        <p:nvSpPr>
          <p:cNvPr id="334" name="Google Shape;334;p6">
            <a:extLst>
              <a:ext uri="{FF2B5EF4-FFF2-40B4-BE49-F238E27FC236}">
                <a16:creationId xmlns:a16="http://schemas.microsoft.com/office/drawing/2014/main" id="{8A4EE946-574A-D872-15A1-ED05E84F1B4C}"/>
              </a:ext>
            </a:extLst>
          </p:cNvPr>
          <p:cNvSpPr txBox="1"/>
          <p:nvPr/>
        </p:nvSpPr>
        <p:spPr>
          <a:xfrm>
            <a:off x="0" y="0"/>
            <a:ext cx="9144000" cy="68580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endParaRPr lang="fr-FR" sz="1400" b="0" i="0" u="none" noProof="0" dirty="0">
              <a:solidFill>
                <a:srgbClr val="000000"/>
              </a:solidFill>
              <a:latin typeface="Arial"/>
              <a:ea typeface="Arial"/>
              <a:cs typeface="Arial"/>
              <a:sym typeface="Arial"/>
            </a:endParaRPr>
          </a:p>
        </p:txBody>
      </p:sp>
      <p:sp>
        <p:nvSpPr>
          <p:cNvPr id="335" name="Google Shape;335;p6">
            <a:extLst>
              <a:ext uri="{FF2B5EF4-FFF2-40B4-BE49-F238E27FC236}">
                <a16:creationId xmlns:a16="http://schemas.microsoft.com/office/drawing/2014/main" id="{DD14C4E2-5D65-15E6-18CC-4556F658D868}"/>
              </a:ext>
            </a:extLst>
          </p:cNvPr>
          <p:cNvSpPr txBox="1"/>
          <p:nvPr/>
        </p:nvSpPr>
        <p:spPr>
          <a:xfrm>
            <a:off x="0" y="0"/>
            <a:ext cx="9035143" cy="6858000"/>
          </a:xfrm>
          <a:prstGeom prst="rect">
            <a:avLst/>
          </a:prstGeom>
          <a:noFill/>
          <a:ln>
            <a:noFill/>
          </a:ln>
        </p:spPr>
        <p:txBody>
          <a:bodyPr spcFirstLastPara="1" wrap="square" lIns="91425" tIns="91425" rIns="91425" bIns="91425" anchor="ctr" anchorCtr="0">
            <a:noAutofit/>
          </a:bodyPr>
          <a:lstStyle/>
          <a:p>
            <a:pPr lvl="0" algn="r">
              <a:buClr>
                <a:srgbClr val="FFFFFF"/>
              </a:buClr>
              <a:buSzPts val="4800"/>
            </a:pPr>
            <a:r>
              <a:rPr lang="fr-FR" sz="4000" noProof="0" dirty="0">
                <a:solidFill>
                  <a:schemeClr val="tx1"/>
                </a:solidFill>
              </a:rPr>
              <a:t>Humblement, nous venons à toi,</a:t>
            </a:r>
          </a:p>
          <a:p>
            <a:pPr algn="r"/>
            <a:r>
              <a:rPr lang="fr-FR" sz="4000" noProof="0" dirty="0">
                <a:solidFill>
                  <a:schemeClr val="tx1"/>
                </a:solidFill>
              </a:rPr>
              <a:t>Nous t’offrons nos vies.</a:t>
            </a:r>
          </a:p>
          <a:p>
            <a:pPr algn="r"/>
            <a:r>
              <a:rPr lang="fr-FR" sz="4000" noProof="0" dirty="0">
                <a:solidFill>
                  <a:schemeClr val="tx1"/>
                </a:solidFill>
              </a:rPr>
              <a:t>Que nos cœurs s’unissent à ta croix.</a:t>
            </a:r>
          </a:p>
          <a:p>
            <a:pPr algn="r"/>
            <a:r>
              <a:rPr lang="fr-FR" sz="4000" noProof="0" dirty="0">
                <a:solidFill>
                  <a:schemeClr val="tx1"/>
                </a:solidFill>
              </a:rPr>
              <a:t>Par ce don, tu nous guéris.</a:t>
            </a:r>
          </a:p>
        </p:txBody>
      </p:sp>
    </p:spTree>
    <p:extLst>
      <p:ext uri="{BB962C8B-B14F-4D97-AF65-F5344CB8AC3E}">
        <p14:creationId xmlns:p14="http://schemas.microsoft.com/office/powerpoint/2010/main" val="236345033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Shape 333">
          <a:extLst>
            <a:ext uri="{FF2B5EF4-FFF2-40B4-BE49-F238E27FC236}">
              <a16:creationId xmlns:a16="http://schemas.microsoft.com/office/drawing/2014/main" id="{CD82F0F4-198C-3866-5E42-D0A5B95A528B}"/>
            </a:ext>
          </a:extLst>
        </p:cNvPr>
        <p:cNvGrpSpPr/>
        <p:nvPr/>
      </p:nvGrpSpPr>
      <p:grpSpPr>
        <a:xfrm>
          <a:off x="0" y="0"/>
          <a:ext cx="0" cy="0"/>
          <a:chOff x="0" y="0"/>
          <a:chExt cx="0" cy="0"/>
        </a:xfrm>
      </p:grpSpPr>
      <p:sp>
        <p:nvSpPr>
          <p:cNvPr id="334" name="Google Shape;334;p6">
            <a:extLst>
              <a:ext uri="{FF2B5EF4-FFF2-40B4-BE49-F238E27FC236}">
                <a16:creationId xmlns:a16="http://schemas.microsoft.com/office/drawing/2014/main" id="{E0216772-DD26-D0D8-A9B1-14251E0C95AD}"/>
              </a:ext>
            </a:extLst>
          </p:cNvPr>
          <p:cNvSpPr txBox="1"/>
          <p:nvPr/>
        </p:nvSpPr>
        <p:spPr>
          <a:xfrm>
            <a:off x="0" y="0"/>
            <a:ext cx="9144000" cy="68580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endParaRPr lang="fr-FR" sz="1400" b="0" i="0" u="none" noProof="0" dirty="0">
              <a:solidFill>
                <a:srgbClr val="000000"/>
              </a:solidFill>
              <a:latin typeface="Arial"/>
              <a:ea typeface="Arial"/>
              <a:cs typeface="Arial"/>
              <a:sym typeface="Arial"/>
            </a:endParaRPr>
          </a:p>
        </p:txBody>
      </p:sp>
      <p:sp>
        <p:nvSpPr>
          <p:cNvPr id="335" name="Google Shape;335;p6">
            <a:extLst>
              <a:ext uri="{FF2B5EF4-FFF2-40B4-BE49-F238E27FC236}">
                <a16:creationId xmlns:a16="http://schemas.microsoft.com/office/drawing/2014/main" id="{8B43063C-1DE8-52D7-8B93-773F85BF1C61}"/>
              </a:ext>
            </a:extLst>
          </p:cNvPr>
          <p:cNvSpPr txBox="1"/>
          <p:nvPr/>
        </p:nvSpPr>
        <p:spPr>
          <a:xfrm>
            <a:off x="0" y="0"/>
            <a:ext cx="9035143" cy="6858000"/>
          </a:xfrm>
          <a:prstGeom prst="rect">
            <a:avLst/>
          </a:prstGeom>
          <a:noFill/>
          <a:ln>
            <a:noFill/>
          </a:ln>
        </p:spPr>
        <p:txBody>
          <a:bodyPr spcFirstLastPara="1" wrap="square" lIns="91425" tIns="91425" rIns="91425" bIns="91425" anchor="ctr" anchorCtr="0">
            <a:noAutofit/>
          </a:bodyPr>
          <a:lstStyle/>
          <a:p>
            <a:pPr lvl="0" algn="r">
              <a:buClr>
                <a:srgbClr val="FFFFFF"/>
              </a:buClr>
              <a:buSzPts val="4800"/>
            </a:pPr>
            <a:r>
              <a:rPr lang="fr-FR" sz="4000" noProof="0" dirty="0">
                <a:solidFill>
                  <a:schemeClr val="tx1"/>
                </a:solidFill>
              </a:rPr>
              <a:t>1 - Voici offerts</a:t>
            </a:r>
          </a:p>
          <a:p>
            <a:pPr algn="r"/>
            <a:r>
              <a:rPr lang="fr-FR" sz="4000" noProof="0" dirty="0">
                <a:solidFill>
                  <a:schemeClr val="tx1"/>
                </a:solidFill>
              </a:rPr>
              <a:t>Ce pain, ce vin.</a:t>
            </a:r>
          </a:p>
          <a:p>
            <a:pPr algn="r"/>
            <a:r>
              <a:rPr lang="fr-FR" sz="4000" noProof="0" dirty="0">
                <a:solidFill>
                  <a:schemeClr val="tx1"/>
                </a:solidFill>
              </a:rPr>
              <a:t>Transforme-les, Dieu d’amour,</a:t>
            </a:r>
          </a:p>
          <a:p>
            <a:pPr algn="r"/>
            <a:r>
              <a:rPr lang="fr-FR" sz="4000" noProof="0" dirty="0">
                <a:solidFill>
                  <a:schemeClr val="tx1"/>
                </a:solidFill>
              </a:rPr>
              <a:t>Pour que nous vivions.</a:t>
            </a:r>
          </a:p>
        </p:txBody>
      </p:sp>
    </p:spTree>
    <p:extLst>
      <p:ext uri="{BB962C8B-B14F-4D97-AF65-F5344CB8AC3E}">
        <p14:creationId xmlns:p14="http://schemas.microsoft.com/office/powerpoint/2010/main" val="356401873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Shape 333">
          <a:extLst>
            <a:ext uri="{FF2B5EF4-FFF2-40B4-BE49-F238E27FC236}">
              <a16:creationId xmlns:a16="http://schemas.microsoft.com/office/drawing/2014/main" id="{0349B93C-BB83-1FFA-8F61-BE81596EE9E9}"/>
            </a:ext>
          </a:extLst>
        </p:cNvPr>
        <p:cNvGrpSpPr/>
        <p:nvPr/>
      </p:nvGrpSpPr>
      <p:grpSpPr>
        <a:xfrm>
          <a:off x="0" y="0"/>
          <a:ext cx="0" cy="0"/>
          <a:chOff x="0" y="0"/>
          <a:chExt cx="0" cy="0"/>
        </a:xfrm>
      </p:grpSpPr>
      <p:sp>
        <p:nvSpPr>
          <p:cNvPr id="334" name="Google Shape;334;p6">
            <a:extLst>
              <a:ext uri="{FF2B5EF4-FFF2-40B4-BE49-F238E27FC236}">
                <a16:creationId xmlns:a16="http://schemas.microsoft.com/office/drawing/2014/main" id="{22E6048C-AA42-9C7E-13F4-BDCB41A0C515}"/>
              </a:ext>
            </a:extLst>
          </p:cNvPr>
          <p:cNvSpPr txBox="1"/>
          <p:nvPr/>
        </p:nvSpPr>
        <p:spPr>
          <a:xfrm>
            <a:off x="0" y="0"/>
            <a:ext cx="9144000" cy="68580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endParaRPr lang="fr-FR" sz="1400" b="0" i="0" u="none" noProof="0" dirty="0">
              <a:solidFill>
                <a:srgbClr val="000000"/>
              </a:solidFill>
              <a:latin typeface="Arial"/>
              <a:ea typeface="Arial"/>
              <a:cs typeface="Arial"/>
              <a:sym typeface="Arial"/>
            </a:endParaRPr>
          </a:p>
        </p:txBody>
      </p:sp>
      <p:sp>
        <p:nvSpPr>
          <p:cNvPr id="335" name="Google Shape;335;p6">
            <a:extLst>
              <a:ext uri="{FF2B5EF4-FFF2-40B4-BE49-F238E27FC236}">
                <a16:creationId xmlns:a16="http://schemas.microsoft.com/office/drawing/2014/main" id="{43FE00BB-91B7-6CDD-2957-59325418649F}"/>
              </a:ext>
            </a:extLst>
          </p:cNvPr>
          <p:cNvSpPr txBox="1"/>
          <p:nvPr/>
        </p:nvSpPr>
        <p:spPr>
          <a:xfrm>
            <a:off x="0" y="0"/>
            <a:ext cx="9035143" cy="6858000"/>
          </a:xfrm>
          <a:prstGeom prst="rect">
            <a:avLst/>
          </a:prstGeom>
          <a:noFill/>
          <a:ln>
            <a:noFill/>
          </a:ln>
        </p:spPr>
        <p:txBody>
          <a:bodyPr spcFirstLastPara="1" wrap="square" lIns="91425" tIns="91425" rIns="91425" bIns="91425" anchor="ctr" anchorCtr="0">
            <a:noAutofit/>
          </a:bodyPr>
          <a:lstStyle/>
          <a:p>
            <a:pPr lvl="0" algn="r">
              <a:buClr>
                <a:srgbClr val="FFFFFF"/>
              </a:buClr>
              <a:buSzPts val="4800"/>
            </a:pPr>
            <a:r>
              <a:rPr lang="fr-FR" sz="4000" noProof="0" dirty="0">
                <a:solidFill>
                  <a:schemeClr val="tx1"/>
                </a:solidFill>
              </a:rPr>
              <a:t>Humblement, nous venons à toi,</a:t>
            </a:r>
          </a:p>
          <a:p>
            <a:pPr algn="r"/>
            <a:r>
              <a:rPr lang="fr-FR" sz="4000" noProof="0" dirty="0">
                <a:solidFill>
                  <a:schemeClr val="tx1"/>
                </a:solidFill>
              </a:rPr>
              <a:t>Nous t’offrons nos vies.</a:t>
            </a:r>
          </a:p>
          <a:p>
            <a:pPr algn="r"/>
            <a:r>
              <a:rPr lang="fr-FR" sz="4000" noProof="0" dirty="0">
                <a:solidFill>
                  <a:schemeClr val="tx1"/>
                </a:solidFill>
              </a:rPr>
              <a:t>Que nos cœurs s’unissent à ta croix.</a:t>
            </a:r>
          </a:p>
          <a:p>
            <a:pPr algn="r"/>
            <a:r>
              <a:rPr lang="fr-FR" sz="4000" noProof="0" dirty="0">
                <a:solidFill>
                  <a:schemeClr val="tx1"/>
                </a:solidFill>
              </a:rPr>
              <a:t>Par ce don, tu nous guéris.</a:t>
            </a:r>
          </a:p>
        </p:txBody>
      </p:sp>
    </p:spTree>
    <p:extLst>
      <p:ext uri="{BB962C8B-B14F-4D97-AF65-F5344CB8AC3E}">
        <p14:creationId xmlns:p14="http://schemas.microsoft.com/office/powerpoint/2010/main" val="98961463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Shape 333">
          <a:extLst>
            <a:ext uri="{FF2B5EF4-FFF2-40B4-BE49-F238E27FC236}">
              <a16:creationId xmlns:a16="http://schemas.microsoft.com/office/drawing/2014/main" id="{BEAED071-8095-124C-ED94-7A5E8800EE47}"/>
            </a:ext>
          </a:extLst>
        </p:cNvPr>
        <p:cNvGrpSpPr/>
        <p:nvPr/>
      </p:nvGrpSpPr>
      <p:grpSpPr>
        <a:xfrm>
          <a:off x="0" y="0"/>
          <a:ext cx="0" cy="0"/>
          <a:chOff x="0" y="0"/>
          <a:chExt cx="0" cy="0"/>
        </a:xfrm>
      </p:grpSpPr>
      <p:sp>
        <p:nvSpPr>
          <p:cNvPr id="334" name="Google Shape;334;p6">
            <a:extLst>
              <a:ext uri="{FF2B5EF4-FFF2-40B4-BE49-F238E27FC236}">
                <a16:creationId xmlns:a16="http://schemas.microsoft.com/office/drawing/2014/main" id="{C16C47C7-CCC7-65A2-629C-4AA536B9F390}"/>
              </a:ext>
            </a:extLst>
          </p:cNvPr>
          <p:cNvSpPr txBox="1"/>
          <p:nvPr/>
        </p:nvSpPr>
        <p:spPr>
          <a:xfrm>
            <a:off x="0" y="0"/>
            <a:ext cx="9144000" cy="68580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endParaRPr lang="fr-FR" sz="1400" b="0" i="0" u="none" noProof="0" dirty="0">
              <a:solidFill>
                <a:srgbClr val="000000"/>
              </a:solidFill>
              <a:latin typeface="Arial"/>
              <a:ea typeface="Arial"/>
              <a:cs typeface="Arial"/>
              <a:sym typeface="Arial"/>
            </a:endParaRPr>
          </a:p>
        </p:txBody>
      </p:sp>
      <p:sp>
        <p:nvSpPr>
          <p:cNvPr id="335" name="Google Shape;335;p6">
            <a:extLst>
              <a:ext uri="{FF2B5EF4-FFF2-40B4-BE49-F238E27FC236}">
                <a16:creationId xmlns:a16="http://schemas.microsoft.com/office/drawing/2014/main" id="{DA541A73-F362-2611-4482-24CF35A01458}"/>
              </a:ext>
            </a:extLst>
          </p:cNvPr>
          <p:cNvSpPr txBox="1"/>
          <p:nvPr/>
        </p:nvSpPr>
        <p:spPr>
          <a:xfrm>
            <a:off x="0" y="0"/>
            <a:ext cx="9035143" cy="6858000"/>
          </a:xfrm>
          <a:prstGeom prst="rect">
            <a:avLst/>
          </a:prstGeom>
          <a:noFill/>
          <a:ln>
            <a:noFill/>
          </a:ln>
        </p:spPr>
        <p:txBody>
          <a:bodyPr spcFirstLastPara="1" wrap="square" lIns="91425" tIns="91425" rIns="91425" bIns="91425" anchor="ctr" anchorCtr="0">
            <a:noAutofit/>
          </a:bodyPr>
          <a:lstStyle/>
          <a:p>
            <a:pPr lvl="0" algn="r">
              <a:buClr>
                <a:srgbClr val="FFFFFF"/>
              </a:buClr>
              <a:buSzPts val="4800"/>
            </a:pPr>
            <a:r>
              <a:rPr lang="fr-FR" sz="4000" noProof="0" dirty="0">
                <a:solidFill>
                  <a:schemeClr val="tx1"/>
                </a:solidFill>
              </a:rPr>
              <a:t>2 - Accueille-nous,</a:t>
            </a:r>
          </a:p>
          <a:p>
            <a:pPr algn="r"/>
            <a:r>
              <a:rPr lang="fr-FR" sz="4000" noProof="0" dirty="0">
                <a:solidFill>
                  <a:schemeClr val="tx1"/>
                </a:solidFill>
              </a:rPr>
              <a:t>Pauvres et petits.</a:t>
            </a:r>
          </a:p>
          <a:p>
            <a:pPr algn="r"/>
            <a:r>
              <a:rPr lang="fr-FR" sz="4000" noProof="0" dirty="0">
                <a:solidFill>
                  <a:schemeClr val="tx1"/>
                </a:solidFill>
              </a:rPr>
              <a:t>Transforme-nous, Dieu d’amour,</a:t>
            </a:r>
          </a:p>
          <a:p>
            <a:pPr algn="r"/>
            <a:r>
              <a:rPr lang="fr-FR" sz="4000" noProof="0" dirty="0">
                <a:solidFill>
                  <a:schemeClr val="tx1"/>
                </a:solidFill>
              </a:rPr>
              <a:t>Pour que nous vivions.</a:t>
            </a:r>
          </a:p>
        </p:txBody>
      </p:sp>
    </p:spTree>
    <p:extLst>
      <p:ext uri="{BB962C8B-B14F-4D97-AF65-F5344CB8AC3E}">
        <p14:creationId xmlns:p14="http://schemas.microsoft.com/office/powerpoint/2010/main" val="195211512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Shape 333">
          <a:extLst>
            <a:ext uri="{FF2B5EF4-FFF2-40B4-BE49-F238E27FC236}">
              <a16:creationId xmlns:a16="http://schemas.microsoft.com/office/drawing/2014/main" id="{FC42D41B-67D9-C41C-C9D3-95C65CCB52C0}"/>
            </a:ext>
          </a:extLst>
        </p:cNvPr>
        <p:cNvGrpSpPr/>
        <p:nvPr/>
      </p:nvGrpSpPr>
      <p:grpSpPr>
        <a:xfrm>
          <a:off x="0" y="0"/>
          <a:ext cx="0" cy="0"/>
          <a:chOff x="0" y="0"/>
          <a:chExt cx="0" cy="0"/>
        </a:xfrm>
      </p:grpSpPr>
      <p:sp>
        <p:nvSpPr>
          <p:cNvPr id="334" name="Google Shape;334;p6">
            <a:extLst>
              <a:ext uri="{FF2B5EF4-FFF2-40B4-BE49-F238E27FC236}">
                <a16:creationId xmlns:a16="http://schemas.microsoft.com/office/drawing/2014/main" id="{2FC19038-B4CF-E6E7-245E-9C9D22407436}"/>
              </a:ext>
            </a:extLst>
          </p:cNvPr>
          <p:cNvSpPr txBox="1"/>
          <p:nvPr/>
        </p:nvSpPr>
        <p:spPr>
          <a:xfrm>
            <a:off x="0" y="0"/>
            <a:ext cx="9144000" cy="68580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endParaRPr lang="fr-FR" sz="1400" b="0" i="0" u="none" noProof="0" dirty="0">
              <a:solidFill>
                <a:srgbClr val="000000"/>
              </a:solidFill>
              <a:latin typeface="Arial"/>
              <a:ea typeface="Arial"/>
              <a:cs typeface="Arial"/>
              <a:sym typeface="Arial"/>
            </a:endParaRPr>
          </a:p>
        </p:txBody>
      </p:sp>
      <p:sp>
        <p:nvSpPr>
          <p:cNvPr id="335" name="Google Shape;335;p6">
            <a:extLst>
              <a:ext uri="{FF2B5EF4-FFF2-40B4-BE49-F238E27FC236}">
                <a16:creationId xmlns:a16="http://schemas.microsoft.com/office/drawing/2014/main" id="{F9D1713C-E59C-00E8-A189-2E3C1D17C0B0}"/>
              </a:ext>
            </a:extLst>
          </p:cNvPr>
          <p:cNvSpPr txBox="1"/>
          <p:nvPr/>
        </p:nvSpPr>
        <p:spPr>
          <a:xfrm>
            <a:off x="0" y="0"/>
            <a:ext cx="9035143" cy="6858000"/>
          </a:xfrm>
          <a:prstGeom prst="rect">
            <a:avLst/>
          </a:prstGeom>
          <a:noFill/>
          <a:ln>
            <a:noFill/>
          </a:ln>
        </p:spPr>
        <p:txBody>
          <a:bodyPr spcFirstLastPara="1" wrap="square" lIns="91425" tIns="91425" rIns="91425" bIns="91425" anchor="ctr" anchorCtr="0">
            <a:noAutofit/>
          </a:bodyPr>
          <a:lstStyle/>
          <a:p>
            <a:pPr lvl="0" algn="r">
              <a:buClr>
                <a:srgbClr val="FFFFFF"/>
              </a:buClr>
              <a:buSzPts val="4800"/>
            </a:pPr>
            <a:r>
              <a:rPr lang="fr-FR" sz="4000" noProof="0" dirty="0">
                <a:solidFill>
                  <a:schemeClr val="tx1"/>
                </a:solidFill>
              </a:rPr>
              <a:t>Humblement, nous venons à toi,</a:t>
            </a:r>
          </a:p>
          <a:p>
            <a:pPr algn="r"/>
            <a:r>
              <a:rPr lang="fr-FR" sz="4000" noProof="0" dirty="0">
                <a:solidFill>
                  <a:schemeClr val="tx1"/>
                </a:solidFill>
              </a:rPr>
              <a:t>Nous t’offrons nos vies.</a:t>
            </a:r>
          </a:p>
          <a:p>
            <a:pPr algn="r"/>
            <a:r>
              <a:rPr lang="fr-FR" sz="4000" noProof="0" dirty="0">
                <a:solidFill>
                  <a:schemeClr val="tx1"/>
                </a:solidFill>
              </a:rPr>
              <a:t>Que nos cœurs s’unissent à ta croix.</a:t>
            </a:r>
          </a:p>
          <a:p>
            <a:pPr algn="r"/>
            <a:r>
              <a:rPr lang="fr-FR" sz="4000" noProof="0" dirty="0">
                <a:solidFill>
                  <a:schemeClr val="tx1"/>
                </a:solidFill>
              </a:rPr>
              <a:t>Par ce don, tu nous guéris.</a:t>
            </a:r>
          </a:p>
        </p:txBody>
      </p:sp>
    </p:spTree>
    <p:extLst>
      <p:ext uri="{BB962C8B-B14F-4D97-AF65-F5344CB8AC3E}">
        <p14:creationId xmlns:p14="http://schemas.microsoft.com/office/powerpoint/2010/main" val="345363725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Shape 328">
          <a:extLst>
            <a:ext uri="{FF2B5EF4-FFF2-40B4-BE49-F238E27FC236}">
              <a16:creationId xmlns:a16="http://schemas.microsoft.com/office/drawing/2014/main" id="{6826798F-9087-E4BE-A1E4-EE5E24967917}"/>
            </a:ext>
          </a:extLst>
        </p:cNvPr>
        <p:cNvGrpSpPr/>
        <p:nvPr/>
      </p:nvGrpSpPr>
      <p:grpSpPr>
        <a:xfrm>
          <a:off x="0" y="0"/>
          <a:ext cx="0" cy="0"/>
          <a:chOff x="0" y="0"/>
          <a:chExt cx="0" cy="0"/>
        </a:xfrm>
      </p:grpSpPr>
      <p:pic>
        <p:nvPicPr>
          <p:cNvPr id="329" name="Google Shape;329;p5" descr="F:\Eglise\Equipe liturgique\Semaine Sainte\Rameaux\La Cène de Vinci.jpg">
            <a:extLst>
              <a:ext uri="{FF2B5EF4-FFF2-40B4-BE49-F238E27FC236}">
                <a16:creationId xmlns:a16="http://schemas.microsoft.com/office/drawing/2014/main" id="{473BF116-446F-B167-87FC-309D6212D84D}"/>
              </a:ext>
            </a:extLst>
          </p:cNvPr>
          <p:cNvPicPr preferRelativeResize="0"/>
          <p:nvPr/>
        </p:nvPicPr>
        <p:blipFill rotWithShape="1">
          <a:blip r:embed="rId3">
            <a:alphaModFix/>
          </a:blip>
          <a:srcRect/>
          <a:stretch/>
        </p:blipFill>
        <p:spPr>
          <a:xfrm>
            <a:off x="0" y="870857"/>
            <a:ext cx="9144000" cy="4645706"/>
          </a:xfrm>
          <a:prstGeom prst="rect">
            <a:avLst/>
          </a:prstGeom>
          <a:noFill/>
          <a:ln>
            <a:noFill/>
          </a:ln>
        </p:spPr>
      </p:pic>
    </p:spTree>
    <p:extLst>
      <p:ext uri="{BB962C8B-B14F-4D97-AF65-F5344CB8AC3E}">
        <p14:creationId xmlns:p14="http://schemas.microsoft.com/office/powerpoint/2010/main" val="200456891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Shape 333">
          <a:extLst>
            <a:ext uri="{FF2B5EF4-FFF2-40B4-BE49-F238E27FC236}">
              <a16:creationId xmlns:a16="http://schemas.microsoft.com/office/drawing/2014/main" id="{8874254B-145F-DE81-A038-342EBCD6A9C3}"/>
            </a:ext>
          </a:extLst>
        </p:cNvPr>
        <p:cNvGrpSpPr/>
        <p:nvPr/>
      </p:nvGrpSpPr>
      <p:grpSpPr>
        <a:xfrm>
          <a:off x="0" y="0"/>
          <a:ext cx="0" cy="0"/>
          <a:chOff x="0" y="0"/>
          <a:chExt cx="0" cy="0"/>
        </a:xfrm>
      </p:grpSpPr>
      <p:sp>
        <p:nvSpPr>
          <p:cNvPr id="334" name="Google Shape;334;p6">
            <a:extLst>
              <a:ext uri="{FF2B5EF4-FFF2-40B4-BE49-F238E27FC236}">
                <a16:creationId xmlns:a16="http://schemas.microsoft.com/office/drawing/2014/main" id="{BAF86A20-FA02-D85E-79DA-F6DCFB88621F}"/>
              </a:ext>
            </a:extLst>
          </p:cNvPr>
          <p:cNvSpPr txBox="1"/>
          <p:nvPr/>
        </p:nvSpPr>
        <p:spPr>
          <a:xfrm>
            <a:off x="0" y="0"/>
            <a:ext cx="9144000" cy="68580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endParaRPr lang="fr-FR" sz="1400" b="0" i="0" u="none" noProof="0" dirty="0">
              <a:solidFill>
                <a:srgbClr val="000000"/>
              </a:solidFill>
              <a:latin typeface="Arial"/>
              <a:ea typeface="Arial"/>
              <a:cs typeface="Arial"/>
              <a:sym typeface="Arial"/>
            </a:endParaRPr>
          </a:p>
        </p:txBody>
      </p:sp>
      <p:sp>
        <p:nvSpPr>
          <p:cNvPr id="335" name="Google Shape;335;p6">
            <a:extLst>
              <a:ext uri="{FF2B5EF4-FFF2-40B4-BE49-F238E27FC236}">
                <a16:creationId xmlns:a16="http://schemas.microsoft.com/office/drawing/2014/main" id="{B3D52291-24F9-5E4F-65F9-782494614C37}"/>
              </a:ext>
            </a:extLst>
          </p:cNvPr>
          <p:cNvSpPr txBox="1"/>
          <p:nvPr/>
        </p:nvSpPr>
        <p:spPr>
          <a:xfrm>
            <a:off x="0" y="0"/>
            <a:ext cx="9035143" cy="6858000"/>
          </a:xfrm>
          <a:prstGeom prst="rect">
            <a:avLst/>
          </a:prstGeom>
          <a:noFill/>
          <a:ln>
            <a:noFill/>
          </a:ln>
        </p:spPr>
        <p:txBody>
          <a:bodyPr spcFirstLastPara="1" wrap="square" lIns="91425" tIns="91425" rIns="91425" bIns="91425" anchor="ctr" anchorCtr="0">
            <a:noAutofit/>
          </a:bodyPr>
          <a:lstStyle/>
          <a:p>
            <a:pPr lvl="0" algn="r">
              <a:buClr>
                <a:srgbClr val="FFFFFF"/>
              </a:buClr>
              <a:buSzPts val="4800"/>
            </a:pPr>
            <a:r>
              <a:rPr lang="fr-FR" sz="3600" b="1" noProof="0" dirty="0">
                <a:solidFill>
                  <a:srgbClr val="FFFFFF"/>
                </a:solidFill>
                <a:latin typeface="Comic Sans MS"/>
                <a:ea typeface="Comic Sans MS"/>
                <a:cs typeface="Comic Sans MS"/>
                <a:sym typeface="Comic Sans MS"/>
              </a:rPr>
              <a:t>Tu es Saint, Dieu de l’univers, </a:t>
            </a:r>
          </a:p>
          <a:p>
            <a:pPr lvl="0" algn="r">
              <a:buClr>
                <a:srgbClr val="FFFFFF"/>
              </a:buClr>
              <a:buSzPts val="4800"/>
            </a:pPr>
            <a:r>
              <a:rPr lang="fr-FR" sz="3600" b="1" noProof="0" dirty="0">
                <a:solidFill>
                  <a:srgbClr val="FFFFFF"/>
                </a:solidFill>
                <a:latin typeface="Comic Sans MS"/>
                <a:ea typeface="Comic Sans MS"/>
                <a:cs typeface="Comic Sans MS"/>
                <a:sym typeface="Comic Sans MS"/>
              </a:rPr>
              <a:t>Tu es Saint, Dieu de l’univers</a:t>
            </a:r>
          </a:p>
          <a:p>
            <a:pPr lvl="0" algn="r">
              <a:buClr>
                <a:srgbClr val="FFFFFF"/>
              </a:buClr>
              <a:buSzPts val="4800"/>
            </a:pPr>
            <a:r>
              <a:rPr lang="fr-FR" sz="3600" b="1" noProof="0" dirty="0">
                <a:solidFill>
                  <a:srgbClr val="FFFFFF"/>
                </a:solidFill>
                <a:latin typeface="Comic Sans MS"/>
                <a:ea typeface="Comic Sans MS"/>
                <a:cs typeface="Comic Sans MS"/>
                <a:sym typeface="Comic Sans MS"/>
              </a:rPr>
              <a:t>Hosanna au plus haut des cieux, au plus haut des cieux ! (bis)</a:t>
            </a:r>
          </a:p>
          <a:p>
            <a:pPr lvl="0" algn="r">
              <a:buClr>
                <a:srgbClr val="FFFFFF"/>
              </a:buClr>
              <a:buSzPts val="4800"/>
            </a:pPr>
            <a:endParaRPr lang="fr-FR" sz="3600" b="1" noProof="0" dirty="0">
              <a:solidFill>
                <a:srgbClr val="FFFFFF"/>
              </a:solidFill>
              <a:latin typeface="Comic Sans MS"/>
              <a:ea typeface="Comic Sans MS"/>
              <a:cs typeface="Comic Sans MS"/>
              <a:sym typeface="Comic Sans MS"/>
            </a:endParaRPr>
          </a:p>
          <a:p>
            <a:pPr lvl="0" algn="r">
              <a:buClr>
                <a:srgbClr val="FFFFFF"/>
              </a:buClr>
              <a:buSzPts val="4800"/>
            </a:pPr>
            <a:r>
              <a:rPr lang="fr-FR" sz="3600" b="1" noProof="0" dirty="0">
                <a:solidFill>
                  <a:srgbClr val="FFFFFF"/>
                </a:solidFill>
                <a:latin typeface="Comic Sans MS"/>
                <a:ea typeface="Comic Sans MS"/>
                <a:cs typeface="Comic Sans MS"/>
                <a:sym typeface="Comic Sans MS"/>
              </a:rPr>
              <a:t>Le ciel et la Terre sont remplis de ta gloire, de ta gloire</a:t>
            </a:r>
          </a:p>
          <a:p>
            <a:pPr lvl="0" algn="r">
              <a:buClr>
                <a:srgbClr val="FFFFFF"/>
              </a:buClr>
              <a:buSzPts val="4800"/>
            </a:pPr>
            <a:r>
              <a:rPr lang="fr-FR" sz="3600" b="1" noProof="0" dirty="0">
                <a:solidFill>
                  <a:srgbClr val="FFFFFF"/>
                </a:solidFill>
                <a:latin typeface="Comic Sans MS"/>
                <a:ea typeface="Comic Sans MS"/>
                <a:cs typeface="Comic Sans MS"/>
                <a:sym typeface="Comic Sans MS"/>
              </a:rPr>
              <a:t>Béni soit celui qui vient dans le nom du Seigneur, du Seigneur</a:t>
            </a:r>
          </a:p>
          <a:p>
            <a:pPr lvl="0" algn="r">
              <a:buClr>
                <a:srgbClr val="FFFFFF"/>
              </a:buClr>
              <a:buSzPts val="4800"/>
            </a:pPr>
            <a:r>
              <a:rPr lang="fr-FR" sz="3600" b="1" noProof="0" dirty="0">
                <a:solidFill>
                  <a:srgbClr val="FFFFFF"/>
                </a:solidFill>
                <a:latin typeface="Comic Sans MS"/>
                <a:ea typeface="Comic Sans MS"/>
                <a:cs typeface="Comic Sans MS"/>
                <a:sym typeface="Comic Sans MS"/>
              </a:rPr>
              <a:t>Tu es saint !</a:t>
            </a:r>
          </a:p>
          <a:p>
            <a:pPr marL="0" marR="0" lvl="0" indent="0" algn="ctr" rtl="0">
              <a:lnSpc>
                <a:spcPct val="100000"/>
              </a:lnSpc>
              <a:spcBef>
                <a:spcPts val="0"/>
              </a:spcBef>
              <a:spcAft>
                <a:spcPts val="0"/>
              </a:spcAft>
              <a:buClr>
                <a:srgbClr val="FFFFFF"/>
              </a:buClr>
              <a:buSzPts val="4800"/>
              <a:buFont typeface="Comic Sans MS"/>
              <a:buNone/>
            </a:pPr>
            <a:endParaRPr lang="fr-FR" sz="3600" noProof="0" dirty="0"/>
          </a:p>
        </p:txBody>
      </p:sp>
    </p:spTree>
    <p:extLst>
      <p:ext uri="{BB962C8B-B14F-4D97-AF65-F5344CB8AC3E}">
        <p14:creationId xmlns:p14="http://schemas.microsoft.com/office/powerpoint/2010/main" val="154811122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Shape 548">
          <a:extLst>
            <a:ext uri="{FF2B5EF4-FFF2-40B4-BE49-F238E27FC236}">
              <a16:creationId xmlns:a16="http://schemas.microsoft.com/office/drawing/2014/main" id="{464C77FC-3ABB-16BB-199B-312A884AABD4}"/>
            </a:ext>
          </a:extLst>
        </p:cNvPr>
        <p:cNvGrpSpPr/>
        <p:nvPr/>
      </p:nvGrpSpPr>
      <p:grpSpPr>
        <a:xfrm>
          <a:off x="0" y="0"/>
          <a:ext cx="0" cy="0"/>
          <a:chOff x="0" y="0"/>
          <a:chExt cx="0" cy="0"/>
        </a:xfrm>
      </p:grpSpPr>
      <p:sp>
        <p:nvSpPr>
          <p:cNvPr id="549" name="Google Shape;549;p45">
            <a:extLst>
              <a:ext uri="{FF2B5EF4-FFF2-40B4-BE49-F238E27FC236}">
                <a16:creationId xmlns:a16="http://schemas.microsoft.com/office/drawing/2014/main" id="{BA1A5618-8A2B-03AE-2373-1D2E4F91F299}"/>
              </a:ext>
            </a:extLst>
          </p:cNvPr>
          <p:cNvSpPr txBox="1">
            <a:spLocks noGrp="1"/>
          </p:cNvSpPr>
          <p:nvPr>
            <p:ph type="body" idx="1"/>
          </p:nvPr>
        </p:nvSpPr>
        <p:spPr>
          <a:xfrm>
            <a:off x="457200" y="404812"/>
            <a:ext cx="8229600" cy="5726112"/>
          </a:xfrm>
          <a:prstGeom prst="rect">
            <a:avLst/>
          </a:prstGeom>
          <a:noFill/>
          <a:ln>
            <a:noFill/>
          </a:ln>
        </p:spPr>
        <p:txBody>
          <a:bodyPr spcFirstLastPara="1" wrap="square" lIns="91425" tIns="45700" rIns="91425" bIns="45700" anchor="t" anchorCtr="0">
            <a:noAutofit/>
          </a:bodyPr>
          <a:lstStyle/>
          <a:p>
            <a:pPr marL="0" lvl="0" indent="0" algn="ctr" rtl="0">
              <a:lnSpc>
                <a:spcPct val="100000"/>
              </a:lnSpc>
              <a:spcBef>
                <a:spcPts val="0"/>
              </a:spcBef>
              <a:spcAft>
                <a:spcPts val="0"/>
              </a:spcAft>
              <a:buSzPts val="4000"/>
              <a:buNone/>
            </a:pPr>
            <a:endParaRPr lang="fr-FR" sz="4000" b="0" i="0" u="none" noProof="0" dirty="0">
              <a:solidFill>
                <a:srgbClr val="FFFFFF"/>
              </a:solidFill>
              <a:latin typeface="Comic Sans MS"/>
              <a:ea typeface="Comic Sans MS"/>
              <a:cs typeface="Comic Sans MS"/>
              <a:sym typeface="Comic Sans MS"/>
            </a:endParaRPr>
          </a:p>
          <a:p>
            <a:pPr marL="0" lvl="0" indent="0" algn="ctr" rtl="0">
              <a:lnSpc>
                <a:spcPct val="100000"/>
              </a:lnSpc>
              <a:spcBef>
                <a:spcPts val="0"/>
              </a:spcBef>
              <a:spcAft>
                <a:spcPts val="0"/>
              </a:spcAft>
              <a:buSzPts val="4000"/>
              <a:buNone/>
            </a:pPr>
            <a:endParaRPr lang="fr-FR" sz="4000" b="0" i="0" u="none" noProof="0" dirty="0">
              <a:solidFill>
                <a:srgbClr val="FFFFFF"/>
              </a:solidFill>
              <a:latin typeface="Comic Sans MS"/>
              <a:ea typeface="Comic Sans MS"/>
              <a:cs typeface="Comic Sans MS"/>
              <a:sym typeface="Comic Sans MS"/>
            </a:endParaRPr>
          </a:p>
          <a:p>
            <a:pPr marL="342900" marR="0" lvl="0" indent="0" algn="l" rtl="0">
              <a:lnSpc>
                <a:spcPct val="100000"/>
              </a:lnSpc>
              <a:spcBef>
                <a:spcPts val="640"/>
              </a:spcBef>
              <a:spcAft>
                <a:spcPts val="0"/>
              </a:spcAft>
              <a:buClr>
                <a:schemeClr val="dk1"/>
              </a:buClr>
              <a:buSzPts val="4000"/>
              <a:buFont typeface="Arial"/>
              <a:buNone/>
            </a:pPr>
            <a:endParaRPr lang="fr-FR" sz="4000" b="0" i="0" u="none" noProof="0" dirty="0">
              <a:solidFill>
                <a:srgbClr val="FFFFFF"/>
              </a:solidFill>
              <a:latin typeface="Comic Sans MS"/>
              <a:ea typeface="Comic Sans MS"/>
              <a:cs typeface="Comic Sans MS"/>
              <a:sym typeface="Comic Sans MS"/>
            </a:endParaRPr>
          </a:p>
        </p:txBody>
      </p:sp>
      <p:pic>
        <p:nvPicPr>
          <p:cNvPr id="3" name="Image 2" descr="Une image contenant personne, intérieur, alimentation, table&#10;&#10;Description générée automatiquement">
            <a:extLst>
              <a:ext uri="{FF2B5EF4-FFF2-40B4-BE49-F238E27FC236}">
                <a16:creationId xmlns:a16="http://schemas.microsoft.com/office/drawing/2014/main" id="{3630A4AF-3DF7-AC5F-166B-E644619925EB}"/>
              </a:ext>
            </a:extLst>
          </p:cNvPr>
          <p:cNvPicPr>
            <a:picLocks noChangeAspect="1"/>
          </p:cNvPicPr>
          <p:nvPr/>
        </p:nvPicPr>
        <p:blipFill rotWithShape="1">
          <a:blip r:embed="rId3"/>
          <a:srcRect b="1968"/>
          <a:stretch/>
        </p:blipFill>
        <p:spPr>
          <a:xfrm>
            <a:off x="457200" y="759734"/>
            <a:ext cx="8229600" cy="5253566"/>
          </a:xfrm>
          <a:prstGeom prst="rect">
            <a:avLst/>
          </a:prstGeom>
        </p:spPr>
      </p:pic>
    </p:spTree>
    <p:extLst>
      <p:ext uri="{BB962C8B-B14F-4D97-AF65-F5344CB8AC3E}">
        <p14:creationId xmlns:p14="http://schemas.microsoft.com/office/powerpoint/2010/main" val="101578104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Shape 333">
          <a:extLst>
            <a:ext uri="{FF2B5EF4-FFF2-40B4-BE49-F238E27FC236}">
              <a16:creationId xmlns:a16="http://schemas.microsoft.com/office/drawing/2014/main" id="{8E1CE0F1-C3A9-2E8F-FC49-83A257AA5EB2}"/>
            </a:ext>
          </a:extLst>
        </p:cNvPr>
        <p:cNvGrpSpPr/>
        <p:nvPr/>
      </p:nvGrpSpPr>
      <p:grpSpPr>
        <a:xfrm>
          <a:off x="0" y="0"/>
          <a:ext cx="0" cy="0"/>
          <a:chOff x="0" y="0"/>
          <a:chExt cx="0" cy="0"/>
        </a:xfrm>
      </p:grpSpPr>
      <p:sp>
        <p:nvSpPr>
          <p:cNvPr id="334" name="Google Shape;334;p6">
            <a:extLst>
              <a:ext uri="{FF2B5EF4-FFF2-40B4-BE49-F238E27FC236}">
                <a16:creationId xmlns:a16="http://schemas.microsoft.com/office/drawing/2014/main" id="{6B0EBAB1-6686-7DD9-3ECC-7BFFBFE96454}"/>
              </a:ext>
            </a:extLst>
          </p:cNvPr>
          <p:cNvSpPr txBox="1"/>
          <p:nvPr/>
        </p:nvSpPr>
        <p:spPr>
          <a:xfrm>
            <a:off x="0" y="0"/>
            <a:ext cx="9144000" cy="68580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endParaRPr lang="fr-FR" sz="1400" b="0" i="0" u="none" noProof="0" dirty="0">
              <a:solidFill>
                <a:srgbClr val="000000"/>
              </a:solidFill>
              <a:latin typeface="Arial"/>
              <a:ea typeface="Arial"/>
              <a:cs typeface="Arial"/>
              <a:sym typeface="Arial"/>
            </a:endParaRPr>
          </a:p>
        </p:txBody>
      </p:sp>
      <p:sp>
        <p:nvSpPr>
          <p:cNvPr id="335" name="Google Shape;335;p6">
            <a:extLst>
              <a:ext uri="{FF2B5EF4-FFF2-40B4-BE49-F238E27FC236}">
                <a16:creationId xmlns:a16="http://schemas.microsoft.com/office/drawing/2014/main" id="{CADEEA6E-685B-1E40-1BF6-42A6B52601E5}"/>
              </a:ext>
            </a:extLst>
          </p:cNvPr>
          <p:cNvSpPr txBox="1"/>
          <p:nvPr/>
        </p:nvSpPr>
        <p:spPr>
          <a:xfrm>
            <a:off x="0" y="0"/>
            <a:ext cx="9035143" cy="6858000"/>
          </a:xfrm>
          <a:prstGeom prst="rect">
            <a:avLst/>
          </a:prstGeom>
          <a:noFill/>
          <a:ln>
            <a:noFill/>
          </a:ln>
        </p:spPr>
        <p:txBody>
          <a:bodyPr spcFirstLastPara="1" wrap="square" lIns="91425" tIns="91425" rIns="91425" bIns="91425" anchor="ctr" anchorCtr="0">
            <a:noAutofit/>
          </a:bodyPr>
          <a:lstStyle/>
          <a:p>
            <a:pPr lvl="0" algn="r">
              <a:buClr>
                <a:srgbClr val="FFFFFF"/>
              </a:buClr>
              <a:buSzPts val="4800"/>
            </a:pPr>
            <a:r>
              <a:rPr lang="fr-FR" sz="3600" b="1" noProof="0" dirty="0">
                <a:solidFill>
                  <a:srgbClr val="FFFFFF"/>
                </a:solidFill>
                <a:latin typeface="Comic Sans MS"/>
                <a:ea typeface="Comic Sans MS"/>
                <a:cs typeface="Comic Sans MS"/>
                <a:sym typeface="Comic Sans MS"/>
              </a:rPr>
              <a:t>Gloire à toi qui étais mort</a:t>
            </a:r>
          </a:p>
          <a:p>
            <a:pPr lvl="0" algn="r">
              <a:buClr>
                <a:srgbClr val="FFFFFF"/>
              </a:buClr>
              <a:buSzPts val="4800"/>
            </a:pPr>
            <a:r>
              <a:rPr lang="fr-FR" sz="3600" b="1" noProof="0" dirty="0">
                <a:solidFill>
                  <a:srgbClr val="FFFFFF"/>
                </a:solidFill>
                <a:latin typeface="Comic Sans MS"/>
                <a:ea typeface="Comic Sans MS"/>
                <a:cs typeface="Comic Sans MS"/>
                <a:sym typeface="Comic Sans MS"/>
              </a:rPr>
              <a:t>Gloire à toi qui est vivant</a:t>
            </a:r>
          </a:p>
          <a:p>
            <a:pPr lvl="0" algn="r">
              <a:buClr>
                <a:srgbClr val="FFFFFF"/>
              </a:buClr>
              <a:buSzPts val="4800"/>
            </a:pPr>
            <a:r>
              <a:rPr lang="fr-FR" sz="3600" b="1" noProof="0" dirty="0">
                <a:solidFill>
                  <a:srgbClr val="FFFFFF"/>
                </a:solidFill>
                <a:latin typeface="Comic Sans MS"/>
                <a:ea typeface="Comic Sans MS"/>
                <a:cs typeface="Comic Sans MS"/>
                <a:sym typeface="Comic Sans MS"/>
              </a:rPr>
              <a:t>Notre sauveur et notre Dieu</a:t>
            </a:r>
          </a:p>
          <a:p>
            <a:pPr lvl="0" algn="r">
              <a:buClr>
                <a:srgbClr val="FFFFFF"/>
              </a:buClr>
              <a:buSzPts val="4800"/>
            </a:pPr>
            <a:r>
              <a:rPr lang="fr-FR" sz="3600" b="1" noProof="0" dirty="0">
                <a:solidFill>
                  <a:srgbClr val="FFFFFF"/>
                </a:solidFill>
                <a:latin typeface="Comic Sans MS"/>
                <a:ea typeface="Comic Sans MS"/>
                <a:cs typeface="Comic Sans MS"/>
                <a:sym typeface="Comic Sans MS"/>
              </a:rPr>
              <a:t>Vient Seigneur Jésus</a:t>
            </a:r>
          </a:p>
        </p:txBody>
      </p:sp>
    </p:spTree>
    <p:extLst>
      <p:ext uri="{BB962C8B-B14F-4D97-AF65-F5344CB8AC3E}">
        <p14:creationId xmlns:p14="http://schemas.microsoft.com/office/powerpoint/2010/main" val="96977072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Shape 548">
          <a:extLst>
            <a:ext uri="{FF2B5EF4-FFF2-40B4-BE49-F238E27FC236}">
              <a16:creationId xmlns:a16="http://schemas.microsoft.com/office/drawing/2014/main" id="{74F863F0-36B7-42C2-7612-C859DBFCAD1E}"/>
            </a:ext>
          </a:extLst>
        </p:cNvPr>
        <p:cNvGrpSpPr/>
        <p:nvPr/>
      </p:nvGrpSpPr>
      <p:grpSpPr>
        <a:xfrm>
          <a:off x="0" y="0"/>
          <a:ext cx="0" cy="0"/>
          <a:chOff x="0" y="0"/>
          <a:chExt cx="0" cy="0"/>
        </a:xfrm>
      </p:grpSpPr>
      <p:sp>
        <p:nvSpPr>
          <p:cNvPr id="549" name="Google Shape;549;p45">
            <a:extLst>
              <a:ext uri="{FF2B5EF4-FFF2-40B4-BE49-F238E27FC236}">
                <a16:creationId xmlns:a16="http://schemas.microsoft.com/office/drawing/2014/main" id="{2DB15A2C-4D68-9828-8FC2-6234304BF454}"/>
              </a:ext>
            </a:extLst>
          </p:cNvPr>
          <p:cNvSpPr txBox="1">
            <a:spLocks noGrp="1"/>
          </p:cNvSpPr>
          <p:nvPr>
            <p:ph type="body" idx="1"/>
          </p:nvPr>
        </p:nvSpPr>
        <p:spPr>
          <a:xfrm>
            <a:off x="457200" y="404812"/>
            <a:ext cx="8229600" cy="5726112"/>
          </a:xfrm>
          <a:prstGeom prst="rect">
            <a:avLst/>
          </a:prstGeom>
          <a:noFill/>
          <a:ln>
            <a:noFill/>
          </a:ln>
        </p:spPr>
        <p:txBody>
          <a:bodyPr spcFirstLastPara="1" wrap="square" lIns="91425" tIns="45700" rIns="91425" bIns="45700" anchor="t" anchorCtr="0">
            <a:noAutofit/>
          </a:bodyPr>
          <a:lstStyle/>
          <a:p>
            <a:pPr marL="0" lvl="0" indent="0" algn="ctr" rtl="0">
              <a:lnSpc>
                <a:spcPct val="100000"/>
              </a:lnSpc>
              <a:spcBef>
                <a:spcPts val="0"/>
              </a:spcBef>
              <a:spcAft>
                <a:spcPts val="0"/>
              </a:spcAft>
              <a:buSzPts val="4000"/>
              <a:buNone/>
            </a:pPr>
            <a:endParaRPr lang="fr-FR" sz="4000" b="0" i="0" u="none" noProof="0" dirty="0">
              <a:solidFill>
                <a:srgbClr val="FFFFFF"/>
              </a:solidFill>
              <a:latin typeface="Comic Sans MS"/>
              <a:ea typeface="Comic Sans MS"/>
              <a:cs typeface="Comic Sans MS"/>
              <a:sym typeface="Comic Sans MS"/>
            </a:endParaRPr>
          </a:p>
          <a:p>
            <a:pPr marL="0" lvl="0" indent="0" algn="ctr" rtl="0">
              <a:lnSpc>
                <a:spcPct val="100000"/>
              </a:lnSpc>
              <a:spcBef>
                <a:spcPts val="0"/>
              </a:spcBef>
              <a:spcAft>
                <a:spcPts val="0"/>
              </a:spcAft>
              <a:buSzPts val="4000"/>
              <a:buNone/>
            </a:pPr>
            <a:endParaRPr lang="fr-FR" sz="4000" b="0" i="0" u="none" noProof="0" dirty="0">
              <a:solidFill>
                <a:srgbClr val="FFFFFF"/>
              </a:solidFill>
              <a:latin typeface="Comic Sans MS"/>
              <a:ea typeface="Comic Sans MS"/>
              <a:cs typeface="Comic Sans MS"/>
              <a:sym typeface="Comic Sans MS"/>
            </a:endParaRPr>
          </a:p>
          <a:p>
            <a:pPr marL="342900" marR="0" lvl="0" indent="0" algn="l" rtl="0">
              <a:lnSpc>
                <a:spcPct val="100000"/>
              </a:lnSpc>
              <a:spcBef>
                <a:spcPts val="640"/>
              </a:spcBef>
              <a:spcAft>
                <a:spcPts val="0"/>
              </a:spcAft>
              <a:buClr>
                <a:schemeClr val="dk1"/>
              </a:buClr>
              <a:buSzPts val="4000"/>
              <a:buFont typeface="Arial"/>
              <a:buNone/>
            </a:pPr>
            <a:endParaRPr lang="fr-FR" sz="4000" b="0" i="0" u="none" noProof="0" dirty="0">
              <a:solidFill>
                <a:srgbClr val="FFFFFF"/>
              </a:solidFill>
              <a:latin typeface="Comic Sans MS"/>
              <a:ea typeface="Comic Sans MS"/>
              <a:cs typeface="Comic Sans MS"/>
              <a:sym typeface="Comic Sans MS"/>
            </a:endParaRPr>
          </a:p>
        </p:txBody>
      </p:sp>
      <p:pic>
        <p:nvPicPr>
          <p:cNvPr id="3" name="Image 2" descr="Une image contenant personne, intérieur, alimentation, table&#10;&#10;Description générée automatiquement">
            <a:extLst>
              <a:ext uri="{FF2B5EF4-FFF2-40B4-BE49-F238E27FC236}">
                <a16:creationId xmlns:a16="http://schemas.microsoft.com/office/drawing/2014/main" id="{D5116013-46A2-01B2-78D3-C05DD2CF8D93}"/>
              </a:ext>
            </a:extLst>
          </p:cNvPr>
          <p:cNvPicPr>
            <a:picLocks noChangeAspect="1"/>
          </p:cNvPicPr>
          <p:nvPr/>
        </p:nvPicPr>
        <p:blipFill rotWithShape="1">
          <a:blip r:embed="rId3"/>
          <a:srcRect b="1968"/>
          <a:stretch/>
        </p:blipFill>
        <p:spPr>
          <a:xfrm>
            <a:off x="457200" y="759734"/>
            <a:ext cx="8229600" cy="5253566"/>
          </a:xfrm>
          <a:prstGeom prst="rect">
            <a:avLst/>
          </a:prstGeom>
        </p:spPr>
      </p:pic>
    </p:spTree>
    <p:extLst>
      <p:ext uri="{BB962C8B-B14F-4D97-AF65-F5344CB8AC3E}">
        <p14:creationId xmlns:p14="http://schemas.microsoft.com/office/powerpoint/2010/main" val="155028527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Shape 333">
          <a:extLst>
            <a:ext uri="{FF2B5EF4-FFF2-40B4-BE49-F238E27FC236}">
              <a16:creationId xmlns:a16="http://schemas.microsoft.com/office/drawing/2014/main" id="{DF9127E5-C63B-3B37-8133-A5831780CBD7}"/>
            </a:ext>
          </a:extLst>
        </p:cNvPr>
        <p:cNvGrpSpPr/>
        <p:nvPr/>
      </p:nvGrpSpPr>
      <p:grpSpPr>
        <a:xfrm>
          <a:off x="0" y="0"/>
          <a:ext cx="0" cy="0"/>
          <a:chOff x="0" y="0"/>
          <a:chExt cx="0" cy="0"/>
        </a:xfrm>
      </p:grpSpPr>
      <p:sp>
        <p:nvSpPr>
          <p:cNvPr id="334" name="Google Shape;334;p6">
            <a:extLst>
              <a:ext uri="{FF2B5EF4-FFF2-40B4-BE49-F238E27FC236}">
                <a16:creationId xmlns:a16="http://schemas.microsoft.com/office/drawing/2014/main" id="{FCC779E9-EDC4-3248-7C8D-E273B64A8584}"/>
              </a:ext>
            </a:extLst>
          </p:cNvPr>
          <p:cNvSpPr txBox="1"/>
          <p:nvPr/>
        </p:nvSpPr>
        <p:spPr>
          <a:xfrm>
            <a:off x="0" y="0"/>
            <a:ext cx="9144000" cy="68580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endParaRPr lang="fr-FR" sz="1400" b="0" i="0" u="none" noProof="0" dirty="0">
              <a:solidFill>
                <a:srgbClr val="000000"/>
              </a:solidFill>
              <a:latin typeface="Arial"/>
              <a:ea typeface="Arial"/>
              <a:cs typeface="Arial"/>
              <a:sym typeface="Arial"/>
            </a:endParaRPr>
          </a:p>
        </p:txBody>
      </p:sp>
      <p:sp>
        <p:nvSpPr>
          <p:cNvPr id="335" name="Google Shape;335;p6">
            <a:extLst>
              <a:ext uri="{FF2B5EF4-FFF2-40B4-BE49-F238E27FC236}">
                <a16:creationId xmlns:a16="http://schemas.microsoft.com/office/drawing/2014/main" id="{4C34C4F0-E092-DACB-874B-E7BD52EB891A}"/>
              </a:ext>
            </a:extLst>
          </p:cNvPr>
          <p:cNvSpPr txBox="1"/>
          <p:nvPr/>
        </p:nvSpPr>
        <p:spPr>
          <a:xfrm>
            <a:off x="0" y="0"/>
            <a:ext cx="9035143" cy="6858000"/>
          </a:xfrm>
          <a:prstGeom prst="rect">
            <a:avLst/>
          </a:prstGeom>
          <a:noFill/>
          <a:ln>
            <a:noFill/>
          </a:ln>
        </p:spPr>
        <p:txBody>
          <a:bodyPr spcFirstLastPara="1" wrap="square" lIns="91425" tIns="91425" rIns="91425" bIns="91425" anchor="ctr" anchorCtr="0">
            <a:noAutofit/>
          </a:bodyPr>
          <a:lstStyle/>
          <a:p>
            <a:pPr lvl="0" algn="r">
              <a:buClr>
                <a:srgbClr val="FFFFFF"/>
              </a:buClr>
              <a:buSzPts val="4800"/>
            </a:pPr>
            <a:r>
              <a:rPr lang="fr-FR" sz="3600" b="1" noProof="0" dirty="0">
                <a:solidFill>
                  <a:srgbClr val="FFFFFF"/>
                </a:solidFill>
                <a:latin typeface="Comic Sans MS"/>
                <a:ea typeface="Comic Sans MS"/>
                <a:cs typeface="Comic Sans MS"/>
                <a:sym typeface="Comic Sans MS"/>
              </a:rPr>
              <a:t>Agneau de Dieu, toi qui enlèves</a:t>
            </a:r>
          </a:p>
          <a:p>
            <a:pPr lvl="0" algn="r">
              <a:buClr>
                <a:srgbClr val="FFFFFF"/>
              </a:buClr>
              <a:buSzPts val="4800"/>
            </a:pPr>
            <a:r>
              <a:rPr lang="fr-FR" sz="3600" b="1" noProof="0" dirty="0">
                <a:solidFill>
                  <a:srgbClr val="FFFFFF"/>
                </a:solidFill>
                <a:latin typeface="Comic Sans MS"/>
                <a:ea typeface="Comic Sans MS"/>
                <a:cs typeface="Comic Sans MS"/>
                <a:sym typeface="Comic Sans MS"/>
              </a:rPr>
              <a:t>Le péché de notre monde</a:t>
            </a:r>
          </a:p>
          <a:p>
            <a:pPr lvl="0" algn="r">
              <a:buClr>
                <a:srgbClr val="FFFFFF"/>
              </a:buClr>
              <a:buSzPts val="4800"/>
            </a:pPr>
            <a:r>
              <a:rPr lang="fr-FR" sz="3600" b="1" noProof="0" dirty="0">
                <a:solidFill>
                  <a:srgbClr val="FFFFFF"/>
                </a:solidFill>
                <a:latin typeface="Comic Sans MS"/>
                <a:ea typeface="Comic Sans MS"/>
                <a:cs typeface="Comic Sans MS"/>
                <a:sym typeface="Comic Sans MS"/>
              </a:rPr>
              <a:t>Entends nos cœurs</a:t>
            </a:r>
          </a:p>
          <a:p>
            <a:pPr lvl="0" algn="r">
              <a:buClr>
                <a:srgbClr val="FFFFFF"/>
              </a:buClr>
              <a:buSzPts val="4800"/>
            </a:pPr>
            <a:r>
              <a:rPr lang="fr-FR" sz="3600" b="1" noProof="0" dirty="0">
                <a:solidFill>
                  <a:srgbClr val="FFFFFF"/>
                </a:solidFill>
                <a:latin typeface="Comic Sans MS"/>
                <a:ea typeface="Comic Sans MS"/>
                <a:cs typeface="Comic Sans MS"/>
                <a:sym typeface="Comic Sans MS"/>
              </a:rPr>
              <a:t>Vois notre foi</a:t>
            </a:r>
          </a:p>
          <a:p>
            <a:pPr lvl="0" algn="r">
              <a:buClr>
                <a:srgbClr val="FFFFFF"/>
              </a:buClr>
              <a:buSzPts val="4800"/>
            </a:pPr>
            <a:r>
              <a:rPr lang="fr-FR" sz="3600" b="1" noProof="0" dirty="0">
                <a:solidFill>
                  <a:srgbClr val="FFFFFF"/>
                </a:solidFill>
                <a:latin typeface="Comic Sans MS"/>
                <a:ea typeface="Comic Sans MS"/>
                <a:cs typeface="Comic Sans MS"/>
                <a:sym typeface="Comic Sans MS"/>
              </a:rPr>
              <a:t>Viens nous sauver</a:t>
            </a:r>
          </a:p>
          <a:p>
            <a:pPr lvl="0" algn="r">
              <a:buClr>
                <a:srgbClr val="FFFFFF"/>
              </a:buClr>
              <a:buSzPts val="4800"/>
            </a:pPr>
            <a:r>
              <a:rPr lang="fr-FR" sz="3600" b="1" noProof="0" dirty="0">
                <a:solidFill>
                  <a:srgbClr val="FFFFFF"/>
                </a:solidFill>
                <a:latin typeface="Comic Sans MS"/>
                <a:ea typeface="Comic Sans MS"/>
                <a:cs typeface="Comic Sans MS"/>
                <a:sym typeface="Comic Sans MS"/>
              </a:rPr>
              <a:t>Viens et prends pitié. (bis)</a:t>
            </a:r>
          </a:p>
        </p:txBody>
      </p:sp>
    </p:spTree>
    <p:extLst>
      <p:ext uri="{BB962C8B-B14F-4D97-AF65-F5344CB8AC3E}">
        <p14:creationId xmlns:p14="http://schemas.microsoft.com/office/powerpoint/2010/main" val="281558674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Shape 333">
          <a:extLst>
            <a:ext uri="{FF2B5EF4-FFF2-40B4-BE49-F238E27FC236}">
              <a16:creationId xmlns:a16="http://schemas.microsoft.com/office/drawing/2014/main" id="{3174DDD5-DE1B-2CA0-8487-4E83EABEA84C}"/>
            </a:ext>
          </a:extLst>
        </p:cNvPr>
        <p:cNvGrpSpPr/>
        <p:nvPr/>
      </p:nvGrpSpPr>
      <p:grpSpPr>
        <a:xfrm>
          <a:off x="0" y="0"/>
          <a:ext cx="0" cy="0"/>
          <a:chOff x="0" y="0"/>
          <a:chExt cx="0" cy="0"/>
        </a:xfrm>
      </p:grpSpPr>
      <p:sp>
        <p:nvSpPr>
          <p:cNvPr id="334" name="Google Shape;334;p6">
            <a:extLst>
              <a:ext uri="{FF2B5EF4-FFF2-40B4-BE49-F238E27FC236}">
                <a16:creationId xmlns:a16="http://schemas.microsoft.com/office/drawing/2014/main" id="{853184DE-DD64-791D-48D0-76F771F12F63}"/>
              </a:ext>
            </a:extLst>
          </p:cNvPr>
          <p:cNvSpPr txBox="1"/>
          <p:nvPr/>
        </p:nvSpPr>
        <p:spPr>
          <a:xfrm>
            <a:off x="0" y="0"/>
            <a:ext cx="9144000" cy="68580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endParaRPr lang="fr-FR" sz="1400" b="0" i="0" u="none" noProof="0" dirty="0">
              <a:solidFill>
                <a:srgbClr val="000000"/>
              </a:solidFill>
              <a:latin typeface="Arial"/>
              <a:ea typeface="Arial"/>
              <a:cs typeface="Arial"/>
              <a:sym typeface="Arial"/>
            </a:endParaRPr>
          </a:p>
        </p:txBody>
      </p:sp>
      <p:sp>
        <p:nvSpPr>
          <p:cNvPr id="335" name="Google Shape;335;p6">
            <a:extLst>
              <a:ext uri="{FF2B5EF4-FFF2-40B4-BE49-F238E27FC236}">
                <a16:creationId xmlns:a16="http://schemas.microsoft.com/office/drawing/2014/main" id="{FD8725A5-02F1-FDC7-B837-CD881A79D79C}"/>
              </a:ext>
            </a:extLst>
          </p:cNvPr>
          <p:cNvSpPr txBox="1"/>
          <p:nvPr/>
        </p:nvSpPr>
        <p:spPr>
          <a:xfrm>
            <a:off x="0" y="0"/>
            <a:ext cx="9035143" cy="6858000"/>
          </a:xfrm>
          <a:prstGeom prst="rect">
            <a:avLst/>
          </a:prstGeom>
          <a:noFill/>
          <a:ln>
            <a:noFill/>
          </a:ln>
        </p:spPr>
        <p:txBody>
          <a:bodyPr spcFirstLastPara="1" wrap="square" lIns="91425" tIns="91425" rIns="91425" bIns="91425" anchor="ctr" anchorCtr="0">
            <a:noAutofit/>
          </a:bodyPr>
          <a:lstStyle/>
          <a:p>
            <a:pPr lvl="0" algn="r">
              <a:buClr>
                <a:srgbClr val="FFFFFF"/>
              </a:buClr>
              <a:buSzPts val="4800"/>
            </a:pPr>
            <a:r>
              <a:rPr lang="fr-FR" sz="3600" b="1" noProof="0" dirty="0">
                <a:solidFill>
                  <a:srgbClr val="FFFFFF"/>
                </a:solidFill>
                <a:latin typeface="Comic Sans MS"/>
                <a:ea typeface="Comic Sans MS"/>
                <a:cs typeface="Comic Sans MS"/>
                <a:sym typeface="Comic Sans MS"/>
              </a:rPr>
              <a:t>Agneau de Dieu, toi qui enlèves</a:t>
            </a:r>
          </a:p>
          <a:p>
            <a:pPr lvl="0" algn="r">
              <a:buClr>
                <a:srgbClr val="FFFFFF"/>
              </a:buClr>
              <a:buSzPts val="4800"/>
            </a:pPr>
            <a:r>
              <a:rPr lang="fr-FR" sz="3600" b="1" noProof="0" dirty="0">
                <a:solidFill>
                  <a:srgbClr val="FFFFFF"/>
                </a:solidFill>
                <a:latin typeface="Comic Sans MS"/>
                <a:ea typeface="Comic Sans MS"/>
                <a:cs typeface="Comic Sans MS"/>
                <a:sym typeface="Comic Sans MS"/>
              </a:rPr>
              <a:t>Le péché de notre monde</a:t>
            </a:r>
          </a:p>
          <a:p>
            <a:pPr lvl="0" algn="r">
              <a:buClr>
                <a:srgbClr val="FFFFFF"/>
              </a:buClr>
              <a:buSzPts val="4800"/>
            </a:pPr>
            <a:r>
              <a:rPr lang="fr-FR" sz="3600" b="1" noProof="0" dirty="0">
                <a:solidFill>
                  <a:srgbClr val="FFFFFF"/>
                </a:solidFill>
                <a:latin typeface="Comic Sans MS"/>
                <a:ea typeface="Comic Sans MS"/>
                <a:cs typeface="Comic Sans MS"/>
                <a:sym typeface="Comic Sans MS"/>
              </a:rPr>
              <a:t>Entends nos </a:t>
            </a:r>
            <a:r>
              <a:rPr lang="fr-FR" sz="3600" b="1" noProof="0" dirty="0" err="1">
                <a:solidFill>
                  <a:srgbClr val="FFFFFF"/>
                </a:solidFill>
                <a:latin typeface="Comic Sans MS"/>
                <a:ea typeface="Comic Sans MS"/>
                <a:cs typeface="Comic Sans MS"/>
                <a:sym typeface="Comic Sans MS"/>
              </a:rPr>
              <a:t>coeurs</a:t>
            </a:r>
            <a:endParaRPr lang="fr-FR" sz="3600" b="1" noProof="0" dirty="0">
              <a:solidFill>
                <a:srgbClr val="FFFFFF"/>
              </a:solidFill>
              <a:latin typeface="Comic Sans MS"/>
              <a:ea typeface="Comic Sans MS"/>
              <a:cs typeface="Comic Sans MS"/>
              <a:sym typeface="Comic Sans MS"/>
            </a:endParaRPr>
          </a:p>
          <a:p>
            <a:pPr lvl="0" algn="r">
              <a:buClr>
                <a:srgbClr val="FFFFFF"/>
              </a:buClr>
              <a:buSzPts val="4800"/>
            </a:pPr>
            <a:r>
              <a:rPr lang="fr-FR" sz="3600" b="1" noProof="0" dirty="0">
                <a:solidFill>
                  <a:srgbClr val="FFFFFF"/>
                </a:solidFill>
                <a:latin typeface="Comic Sans MS"/>
                <a:ea typeface="Comic Sans MS"/>
                <a:cs typeface="Comic Sans MS"/>
                <a:sym typeface="Comic Sans MS"/>
              </a:rPr>
              <a:t>Vois notre foi</a:t>
            </a:r>
          </a:p>
          <a:p>
            <a:pPr lvl="0" algn="r">
              <a:buClr>
                <a:srgbClr val="FFFFFF"/>
              </a:buClr>
              <a:buSzPts val="4800"/>
            </a:pPr>
            <a:r>
              <a:rPr lang="fr-FR" sz="3600" b="1" noProof="0" dirty="0">
                <a:solidFill>
                  <a:srgbClr val="FFFFFF"/>
                </a:solidFill>
                <a:latin typeface="Comic Sans MS"/>
                <a:ea typeface="Comic Sans MS"/>
                <a:cs typeface="Comic Sans MS"/>
                <a:sym typeface="Comic Sans MS"/>
              </a:rPr>
              <a:t>Viens nous combler</a:t>
            </a:r>
          </a:p>
          <a:p>
            <a:pPr lvl="0" algn="r">
              <a:buClr>
                <a:srgbClr val="FFFFFF"/>
              </a:buClr>
              <a:buSzPts val="4800"/>
            </a:pPr>
            <a:r>
              <a:rPr lang="fr-FR" sz="3600" b="1" noProof="0" dirty="0">
                <a:solidFill>
                  <a:srgbClr val="FFFFFF"/>
                </a:solidFill>
                <a:latin typeface="Comic Sans MS"/>
                <a:ea typeface="Comic Sans MS"/>
                <a:cs typeface="Comic Sans MS"/>
                <a:sym typeface="Comic Sans MS"/>
              </a:rPr>
              <a:t>Donne-nous la paix.</a:t>
            </a:r>
          </a:p>
        </p:txBody>
      </p:sp>
    </p:spTree>
    <p:extLst>
      <p:ext uri="{BB962C8B-B14F-4D97-AF65-F5344CB8AC3E}">
        <p14:creationId xmlns:p14="http://schemas.microsoft.com/office/powerpoint/2010/main" val="63597795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Shape 328">
          <a:extLst>
            <a:ext uri="{FF2B5EF4-FFF2-40B4-BE49-F238E27FC236}">
              <a16:creationId xmlns:a16="http://schemas.microsoft.com/office/drawing/2014/main" id="{CE35ECA1-27F3-CD60-DCBC-1FCB5ACD5A8E}"/>
            </a:ext>
          </a:extLst>
        </p:cNvPr>
        <p:cNvGrpSpPr/>
        <p:nvPr/>
      </p:nvGrpSpPr>
      <p:grpSpPr>
        <a:xfrm>
          <a:off x="0" y="0"/>
          <a:ext cx="0" cy="0"/>
          <a:chOff x="0" y="0"/>
          <a:chExt cx="0" cy="0"/>
        </a:xfrm>
      </p:grpSpPr>
      <p:pic>
        <p:nvPicPr>
          <p:cNvPr id="3" name="Image 2">
            <a:extLst>
              <a:ext uri="{FF2B5EF4-FFF2-40B4-BE49-F238E27FC236}">
                <a16:creationId xmlns:a16="http://schemas.microsoft.com/office/drawing/2014/main" id="{34522381-8617-15B2-6B1B-8C7D184C1624}"/>
              </a:ext>
            </a:extLst>
          </p:cNvPr>
          <p:cNvPicPr>
            <a:picLocks noChangeAspect="1"/>
          </p:cNvPicPr>
          <p:nvPr/>
        </p:nvPicPr>
        <p:blipFill>
          <a:blip r:embed="rId3"/>
          <a:stretch>
            <a:fillRect/>
          </a:stretch>
        </p:blipFill>
        <p:spPr>
          <a:xfrm>
            <a:off x="914400" y="985837"/>
            <a:ext cx="7315200" cy="4886325"/>
          </a:xfrm>
          <a:prstGeom prst="rect">
            <a:avLst/>
          </a:prstGeom>
        </p:spPr>
      </p:pic>
    </p:spTree>
    <p:extLst>
      <p:ext uri="{BB962C8B-B14F-4D97-AF65-F5344CB8AC3E}">
        <p14:creationId xmlns:p14="http://schemas.microsoft.com/office/powerpoint/2010/main" val="302003968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Shape 339"/>
        <p:cNvGrpSpPr/>
        <p:nvPr/>
      </p:nvGrpSpPr>
      <p:grpSpPr>
        <a:xfrm>
          <a:off x="0" y="0"/>
          <a:ext cx="0" cy="0"/>
          <a:chOff x="0" y="0"/>
          <a:chExt cx="0" cy="0"/>
        </a:xfrm>
      </p:grpSpPr>
      <p:sp>
        <p:nvSpPr>
          <p:cNvPr id="340" name="Google Shape;340;p7"/>
          <p:cNvSpPr txBox="1"/>
          <p:nvPr/>
        </p:nvSpPr>
        <p:spPr>
          <a:xfrm>
            <a:off x="0" y="0"/>
            <a:ext cx="9144000" cy="68580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endParaRPr lang="fr-FR" sz="1400" b="0" i="0" u="none" noProof="0" dirty="0">
              <a:solidFill>
                <a:srgbClr val="000000"/>
              </a:solidFill>
              <a:latin typeface="Arial"/>
              <a:ea typeface="Arial"/>
              <a:cs typeface="Arial"/>
              <a:sym typeface="Arial"/>
            </a:endParaRPr>
          </a:p>
        </p:txBody>
      </p:sp>
      <p:sp>
        <p:nvSpPr>
          <p:cNvPr id="341" name="Google Shape;341;p7"/>
          <p:cNvSpPr txBox="1"/>
          <p:nvPr/>
        </p:nvSpPr>
        <p:spPr>
          <a:xfrm>
            <a:off x="0" y="0"/>
            <a:ext cx="9144000" cy="6858000"/>
          </a:xfrm>
          <a:prstGeom prst="rect">
            <a:avLst/>
          </a:prstGeom>
          <a:noFill/>
          <a:ln>
            <a:noFill/>
          </a:ln>
        </p:spPr>
        <p:txBody>
          <a:bodyPr spcFirstLastPara="1" wrap="square" lIns="91425" tIns="91425" rIns="91425" bIns="91425" anchor="ctr" anchorCtr="0">
            <a:noAutofit/>
          </a:bodyPr>
          <a:lstStyle/>
          <a:p>
            <a:pPr lvl="0" algn="r">
              <a:buClr>
                <a:srgbClr val="FFFFFF"/>
              </a:buClr>
              <a:buSzPts val="4400"/>
            </a:pPr>
            <a:r>
              <a:rPr lang="fr-FR" sz="4800" noProof="0" dirty="0">
                <a:solidFill>
                  <a:srgbClr val="FFFFFF"/>
                </a:solidFill>
                <a:latin typeface="Comic Sans MS"/>
                <a:ea typeface="Comic Sans MS"/>
                <a:cs typeface="Comic Sans MS"/>
                <a:sym typeface="Comic Sans MS"/>
              </a:rPr>
              <a:t>Tu es là présent, livré pour nous.</a:t>
            </a:r>
          </a:p>
          <a:p>
            <a:pPr lvl="0" algn="r">
              <a:buClr>
                <a:srgbClr val="FFFFFF"/>
              </a:buClr>
              <a:buSzPts val="4400"/>
            </a:pPr>
            <a:r>
              <a:rPr lang="fr-FR" sz="4800" noProof="0" dirty="0">
                <a:solidFill>
                  <a:srgbClr val="FFFFFF"/>
                </a:solidFill>
                <a:latin typeface="Comic Sans MS"/>
                <a:ea typeface="Comic Sans MS"/>
                <a:cs typeface="Comic Sans MS"/>
                <a:sym typeface="Comic Sans MS"/>
              </a:rPr>
              <a:t>Toi le tout petit, le serviteur.</a:t>
            </a:r>
          </a:p>
          <a:p>
            <a:pPr lvl="0" algn="r">
              <a:buClr>
                <a:srgbClr val="FFFFFF"/>
              </a:buClr>
              <a:buSzPts val="4400"/>
            </a:pPr>
            <a:r>
              <a:rPr lang="fr-FR" sz="4800" noProof="0" dirty="0">
                <a:solidFill>
                  <a:srgbClr val="FFFFFF"/>
                </a:solidFill>
                <a:latin typeface="Comic Sans MS"/>
                <a:ea typeface="Comic Sans MS"/>
                <a:cs typeface="Comic Sans MS"/>
                <a:sym typeface="Comic Sans MS"/>
              </a:rPr>
              <a:t>Toi, le Tout Puissant, humblement tu t'abaisses.</a:t>
            </a:r>
          </a:p>
          <a:p>
            <a:pPr lvl="0" algn="r">
              <a:buClr>
                <a:srgbClr val="FFFFFF"/>
              </a:buClr>
              <a:buSzPts val="4400"/>
            </a:pPr>
            <a:r>
              <a:rPr lang="fr-FR" sz="4800" noProof="0" dirty="0">
                <a:solidFill>
                  <a:srgbClr val="FFFFFF"/>
                </a:solidFill>
                <a:latin typeface="Comic Sans MS"/>
                <a:ea typeface="Comic Sans MS"/>
                <a:cs typeface="Comic Sans MS"/>
                <a:sym typeface="Comic Sans MS"/>
              </a:rPr>
              <a:t>Tu fais ta demeure en nous Seigneur.</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Shape 333"/>
        <p:cNvGrpSpPr/>
        <p:nvPr/>
      </p:nvGrpSpPr>
      <p:grpSpPr>
        <a:xfrm>
          <a:off x="0" y="0"/>
          <a:ext cx="0" cy="0"/>
          <a:chOff x="0" y="0"/>
          <a:chExt cx="0" cy="0"/>
        </a:xfrm>
      </p:grpSpPr>
      <p:sp>
        <p:nvSpPr>
          <p:cNvPr id="334" name="Google Shape;334;p6"/>
          <p:cNvSpPr txBox="1"/>
          <p:nvPr/>
        </p:nvSpPr>
        <p:spPr>
          <a:xfrm>
            <a:off x="0" y="0"/>
            <a:ext cx="9144000" cy="68580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endParaRPr lang="fr-FR" sz="1400" b="0" i="0" u="none" noProof="0" dirty="0">
              <a:solidFill>
                <a:srgbClr val="000000"/>
              </a:solidFill>
              <a:latin typeface="Arial"/>
              <a:ea typeface="Arial"/>
              <a:cs typeface="Arial"/>
              <a:sym typeface="Arial"/>
            </a:endParaRPr>
          </a:p>
        </p:txBody>
      </p:sp>
      <p:sp>
        <p:nvSpPr>
          <p:cNvPr id="335" name="Google Shape;335;p6"/>
          <p:cNvSpPr txBox="1"/>
          <p:nvPr/>
        </p:nvSpPr>
        <p:spPr>
          <a:xfrm>
            <a:off x="0" y="0"/>
            <a:ext cx="9035143" cy="6858000"/>
          </a:xfrm>
          <a:prstGeom prst="rect">
            <a:avLst/>
          </a:prstGeom>
          <a:noFill/>
          <a:ln>
            <a:noFill/>
          </a:ln>
        </p:spPr>
        <p:txBody>
          <a:bodyPr spcFirstLastPara="1" wrap="square" lIns="91425" tIns="91425" rIns="91425" bIns="91425" anchor="ctr" anchorCtr="0">
            <a:noAutofit/>
          </a:bodyPr>
          <a:lstStyle/>
          <a:p>
            <a:pPr lvl="0" algn="r">
              <a:buClr>
                <a:srgbClr val="FFFFFF"/>
              </a:buClr>
              <a:buSzPts val="4800"/>
            </a:pPr>
            <a:r>
              <a:rPr lang="fr-FR" sz="4800" b="1" noProof="0" dirty="0">
                <a:solidFill>
                  <a:srgbClr val="FFFFFF"/>
                </a:solidFill>
                <a:latin typeface="Comic Sans MS"/>
                <a:ea typeface="Comic Sans MS"/>
                <a:cs typeface="Comic Sans MS"/>
                <a:sym typeface="Comic Sans MS"/>
              </a:rPr>
              <a:t>1 - Le pain que nous mangeons, le vin que nous buvons,</a:t>
            </a:r>
          </a:p>
          <a:p>
            <a:pPr lvl="0" algn="r">
              <a:buClr>
                <a:srgbClr val="FFFFFF"/>
              </a:buClr>
              <a:buSzPts val="4800"/>
            </a:pPr>
            <a:r>
              <a:rPr lang="fr-FR" sz="4800" b="1" noProof="0" dirty="0">
                <a:solidFill>
                  <a:srgbClr val="FFFFFF"/>
                </a:solidFill>
                <a:latin typeface="Comic Sans MS"/>
                <a:ea typeface="Comic Sans MS"/>
                <a:cs typeface="Comic Sans MS"/>
                <a:sym typeface="Comic Sans MS"/>
              </a:rPr>
              <a:t>c'est ton corps et ton sang,</a:t>
            </a:r>
          </a:p>
          <a:p>
            <a:pPr lvl="0" algn="r">
              <a:buClr>
                <a:srgbClr val="FFFFFF"/>
              </a:buClr>
              <a:buSzPts val="4800"/>
            </a:pPr>
            <a:r>
              <a:rPr lang="fr-FR" sz="4800" b="1" noProof="0" dirty="0">
                <a:solidFill>
                  <a:srgbClr val="FFFFFF"/>
                </a:solidFill>
                <a:latin typeface="Comic Sans MS"/>
                <a:ea typeface="Comic Sans MS"/>
                <a:cs typeface="Comic Sans MS"/>
                <a:sym typeface="Comic Sans MS"/>
              </a:rPr>
              <a:t>Tu nous livres ta vie, tu nous ouvres ton cœur,</a:t>
            </a:r>
          </a:p>
          <a:p>
            <a:pPr lvl="0" algn="r">
              <a:buClr>
                <a:srgbClr val="FFFFFF"/>
              </a:buClr>
              <a:buSzPts val="4800"/>
            </a:pPr>
            <a:r>
              <a:rPr lang="fr-FR" sz="4800" b="1" noProof="0" dirty="0">
                <a:solidFill>
                  <a:srgbClr val="FFFFFF"/>
                </a:solidFill>
                <a:latin typeface="Comic Sans MS"/>
                <a:ea typeface="Comic Sans MS"/>
                <a:cs typeface="Comic Sans MS"/>
                <a:sym typeface="Comic Sans MS"/>
              </a:rPr>
              <a:t>tu fais ta demeure en nous Seigneur.</a:t>
            </a:r>
          </a:p>
        </p:txBody>
      </p:sp>
    </p:spTree>
    <p:extLst>
      <p:ext uri="{BB962C8B-B14F-4D97-AF65-F5344CB8AC3E}">
        <p14:creationId xmlns:p14="http://schemas.microsoft.com/office/powerpoint/2010/main" val="75388419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Shape 339">
          <a:extLst>
            <a:ext uri="{FF2B5EF4-FFF2-40B4-BE49-F238E27FC236}">
              <a16:creationId xmlns:a16="http://schemas.microsoft.com/office/drawing/2014/main" id="{9543DE2E-C07C-83B6-7048-3C11E17BD400}"/>
            </a:ext>
          </a:extLst>
        </p:cNvPr>
        <p:cNvGrpSpPr/>
        <p:nvPr/>
      </p:nvGrpSpPr>
      <p:grpSpPr>
        <a:xfrm>
          <a:off x="0" y="0"/>
          <a:ext cx="0" cy="0"/>
          <a:chOff x="0" y="0"/>
          <a:chExt cx="0" cy="0"/>
        </a:xfrm>
      </p:grpSpPr>
      <p:sp>
        <p:nvSpPr>
          <p:cNvPr id="340" name="Google Shape;340;p7">
            <a:extLst>
              <a:ext uri="{FF2B5EF4-FFF2-40B4-BE49-F238E27FC236}">
                <a16:creationId xmlns:a16="http://schemas.microsoft.com/office/drawing/2014/main" id="{5F89E3A4-85CF-050A-2DA1-A55966EDC962}"/>
              </a:ext>
            </a:extLst>
          </p:cNvPr>
          <p:cNvSpPr txBox="1"/>
          <p:nvPr/>
        </p:nvSpPr>
        <p:spPr>
          <a:xfrm>
            <a:off x="0" y="0"/>
            <a:ext cx="9144000" cy="68580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endParaRPr lang="fr-FR" sz="1400" b="0" i="0" u="none" noProof="0" dirty="0">
              <a:solidFill>
                <a:srgbClr val="000000"/>
              </a:solidFill>
              <a:latin typeface="Arial"/>
              <a:ea typeface="Arial"/>
              <a:cs typeface="Arial"/>
              <a:sym typeface="Arial"/>
            </a:endParaRPr>
          </a:p>
        </p:txBody>
      </p:sp>
      <p:sp>
        <p:nvSpPr>
          <p:cNvPr id="341" name="Google Shape;341;p7">
            <a:extLst>
              <a:ext uri="{FF2B5EF4-FFF2-40B4-BE49-F238E27FC236}">
                <a16:creationId xmlns:a16="http://schemas.microsoft.com/office/drawing/2014/main" id="{8F4BF237-A286-17A4-87C9-27F0DB7C1AF9}"/>
              </a:ext>
            </a:extLst>
          </p:cNvPr>
          <p:cNvSpPr txBox="1"/>
          <p:nvPr/>
        </p:nvSpPr>
        <p:spPr>
          <a:xfrm>
            <a:off x="0" y="0"/>
            <a:ext cx="9144000" cy="6858000"/>
          </a:xfrm>
          <a:prstGeom prst="rect">
            <a:avLst/>
          </a:prstGeom>
          <a:noFill/>
          <a:ln>
            <a:noFill/>
          </a:ln>
        </p:spPr>
        <p:txBody>
          <a:bodyPr spcFirstLastPara="1" wrap="square" lIns="91425" tIns="91425" rIns="91425" bIns="91425" anchor="ctr" anchorCtr="0">
            <a:noAutofit/>
          </a:bodyPr>
          <a:lstStyle/>
          <a:p>
            <a:pPr lvl="0" algn="r">
              <a:buClr>
                <a:srgbClr val="FFFFFF"/>
              </a:buClr>
              <a:buSzPts val="4400"/>
            </a:pPr>
            <a:r>
              <a:rPr lang="fr-FR" sz="4800" noProof="0" dirty="0">
                <a:solidFill>
                  <a:srgbClr val="FFFFFF"/>
                </a:solidFill>
                <a:latin typeface="Comic Sans MS"/>
                <a:ea typeface="Comic Sans MS"/>
                <a:cs typeface="Comic Sans MS"/>
                <a:sym typeface="Comic Sans MS"/>
              </a:rPr>
              <a:t>Tu es là présent, livré pour nous.</a:t>
            </a:r>
          </a:p>
          <a:p>
            <a:pPr lvl="0" algn="r">
              <a:buClr>
                <a:srgbClr val="FFFFFF"/>
              </a:buClr>
              <a:buSzPts val="4400"/>
            </a:pPr>
            <a:r>
              <a:rPr lang="fr-FR" sz="4800" noProof="0" dirty="0">
                <a:solidFill>
                  <a:srgbClr val="FFFFFF"/>
                </a:solidFill>
                <a:latin typeface="Comic Sans MS"/>
                <a:ea typeface="Comic Sans MS"/>
                <a:cs typeface="Comic Sans MS"/>
                <a:sym typeface="Comic Sans MS"/>
              </a:rPr>
              <a:t>Toi le tout petit, le serviteur.</a:t>
            </a:r>
          </a:p>
          <a:p>
            <a:pPr lvl="0" algn="r">
              <a:buClr>
                <a:srgbClr val="FFFFFF"/>
              </a:buClr>
              <a:buSzPts val="4400"/>
            </a:pPr>
            <a:r>
              <a:rPr lang="fr-FR" sz="4800" noProof="0" dirty="0">
                <a:solidFill>
                  <a:srgbClr val="FFFFFF"/>
                </a:solidFill>
                <a:latin typeface="Comic Sans MS"/>
                <a:ea typeface="Comic Sans MS"/>
                <a:cs typeface="Comic Sans MS"/>
                <a:sym typeface="Comic Sans MS"/>
              </a:rPr>
              <a:t>Toi, le Tout Puissant, humblement tu t'abaisses.</a:t>
            </a:r>
          </a:p>
          <a:p>
            <a:pPr lvl="0" algn="r">
              <a:buClr>
                <a:srgbClr val="FFFFFF"/>
              </a:buClr>
              <a:buSzPts val="4400"/>
            </a:pPr>
            <a:r>
              <a:rPr lang="fr-FR" sz="4800" noProof="0" dirty="0">
                <a:solidFill>
                  <a:srgbClr val="FFFFFF"/>
                </a:solidFill>
                <a:latin typeface="Comic Sans MS"/>
                <a:ea typeface="Comic Sans MS"/>
                <a:cs typeface="Comic Sans MS"/>
                <a:sym typeface="Comic Sans MS"/>
              </a:rPr>
              <a:t>Tu fais ta demeure en nous Seigneur.</a:t>
            </a:r>
          </a:p>
        </p:txBody>
      </p:sp>
    </p:spTree>
    <p:extLst>
      <p:ext uri="{BB962C8B-B14F-4D97-AF65-F5344CB8AC3E}">
        <p14:creationId xmlns:p14="http://schemas.microsoft.com/office/powerpoint/2010/main" val="254657037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Shape 333">
          <a:extLst>
            <a:ext uri="{FF2B5EF4-FFF2-40B4-BE49-F238E27FC236}">
              <a16:creationId xmlns:a16="http://schemas.microsoft.com/office/drawing/2014/main" id="{7680406F-D901-8BC1-1DBA-EC88B02E6DC6}"/>
            </a:ext>
          </a:extLst>
        </p:cNvPr>
        <p:cNvGrpSpPr/>
        <p:nvPr/>
      </p:nvGrpSpPr>
      <p:grpSpPr>
        <a:xfrm>
          <a:off x="0" y="0"/>
          <a:ext cx="0" cy="0"/>
          <a:chOff x="0" y="0"/>
          <a:chExt cx="0" cy="0"/>
        </a:xfrm>
      </p:grpSpPr>
      <p:sp>
        <p:nvSpPr>
          <p:cNvPr id="334" name="Google Shape;334;p6">
            <a:extLst>
              <a:ext uri="{FF2B5EF4-FFF2-40B4-BE49-F238E27FC236}">
                <a16:creationId xmlns:a16="http://schemas.microsoft.com/office/drawing/2014/main" id="{04797AC1-F010-CED9-2DE4-568032DB3656}"/>
              </a:ext>
            </a:extLst>
          </p:cNvPr>
          <p:cNvSpPr txBox="1"/>
          <p:nvPr/>
        </p:nvSpPr>
        <p:spPr>
          <a:xfrm>
            <a:off x="0" y="0"/>
            <a:ext cx="9144000" cy="68580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endParaRPr lang="fr-FR" sz="1400" b="0" i="0" u="none" noProof="0" dirty="0">
              <a:solidFill>
                <a:srgbClr val="000000"/>
              </a:solidFill>
              <a:latin typeface="Arial"/>
              <a:ea typeface="Arial"/>
              <a:cs typeface="Arial"/>
              <a:sym typeface="Arial"/>
            </a:endParaRPr>
          </a:p>
        </p:txBody>
      </p:sp>
      <p:sp>
        <p:nvSpPr>
          <p:cNvPr id="335" name="Google Shape;335;p6">
            <a:extLst>
              <a:ext uri="{FF2B5EF4-FFF2-40B4-BE49-F238E27FC236}">
                <a16:creationId xmlns:a16="http://schemas.microsoft.com/office/drawing/2014/main" id="{B7FDE626-C628-29AD-9C90-3AA560E7E554}"/>
              </a:ext>
            </a:extLst>
          </p:cNvPr>
          <p:cNvSpPr txBox="1"/>
          <p:nvPr/>
        </p:nvSpPr>
        <p:spPr>
          <a:xfrm>
            <a:off x="0" y="0"/>
            <a:ext cx="9035143" cy="6858000"/>
          </a:xfrm>
          <a:prstGeom prst="rect">
            <a:avLst/>
          </a:prstGeom>
          <a:noFill/>
          <a:ln>
            <a:noFill/>
          </a:ln>
        </p:spPr>
        <p:txBody>
          <a:bodyPr spcFirstLastPara="1" wrap="square" lIns="91425" tIns="91425" rIns="91425" bIns="91425" anchor="ctr" anchorCtr="0">
            <a:noAutofit/>
          </a:bodyPr>
          <a:lstStyle/>
          <a:p>
            <a:pPr lvl="0" algn="r">
              <a:buClr>
                <a:srgbClr val="FFFFFF"/>
              </a:buClr>
              <a:buSzPts val="4800"/>
            </a:pPr>
            <a:r>
              <a:rPr lang="fr-FR" sz="4800" b="1" noProof="0" dirty="0">
                <a:solidFill>
                  <a:srgbClr val="FFFFFF"/>
                </a:solidFill>
                <a:latin typeface="Comic Sans MS"/>
                <a:ea typeface="Comic Sans MS"/>
                <a:cs typeface="Comic Sans MS"/>
                <a:sym typeface="Comic Sans MS"/>
              </a:rPr>
              <a:t>2 - Par le don de ta vie,</a:t>
            </a:r>
          </a:p>
          <a:p>
            <a:pPr lvl="0" algn="r">
              <a:buClr>
                <a:srgbClr val="FFFFFF"/>
              </a:buClr>
              <a:buSzPts val="4800"/>
            </a:pPr>
            <a:r>
              <a:rPr lang="fr-FR" sz="4800" b="1" noProof="0" dirty="0">
                <a:solidFill>
                  <a:srgbClr val="FFFFFF"/>
                </a:solidFill>
                <a:latin typeface="Comic Sans MS"/>
                <a:ea typeface="Comic Sans MS"/>
                <a:cs typeface="Comic Sans MS"/>
                <a:sym typeface="Comic Sans MS"/>
              </a:rPr>
              <a:t>tu désires aujourd'hui </a:t>
            </a:r>
          </a:p>
          <a:p>
            <a:pPr lvl="0" algn="r">
              <a:buClr>
                <a:srgbClr val="FFFFFF"/>
              </a:buClr>
              <a:buSzPts val="4800"/>
            </a:pPr>
            <a:r>
              <a:rPr lang="fr-FR" sz="4800" b="1" noProof="0" dirty="0">
                <a:solidFill>
                  <a:srgbClr val="FFFFFF"/>
                </a:solidFill>
                <a:latin typeface="Comic Sans MS"/>
                <a:ea typeface="Comic Sans MS"/>
                <a:cs typeface="Comic Sans MS"/>
                <a:sym typeface="Comic Sans MS"/>
              </a:rPr>
              <a:t>reposer en nos cœurs</a:t>
            </a:r>
          </a:p>
          <a:p>
            <a:pPr lvl="0" algn="r">
              <a:buClr>
                <a:srgbClr val="FFFFFF"/>
              </a:buClr>
              <a:buSzPts val="4800"/>
            </a:pPr>
            <a:r>
              <a:rPr lang="fr-FR" sz="4800" b="1" noProof="0" dirty="0">
                <a:solidFill>
                  <a:srgbClr val="FFFFFF"/>
                </a:solidFill>
                <a:latin typeface="Comic Sans MS"/>
                <a:ea typeface="Comic Sans MS"/>
                <a:cs typeface="Comic Sans MS"/>
                <a:sym typeface="Comic Sans MS"/>
              </a:rPr>
              <a:t>Brûlé de charité, </a:t>
            </a:r>
          </a:p>
          <a:p>
            <a:pPr lvl="0" algn="r">
              <a:buClr>
                <a:srgbClr val="FFFFFF"/>
              </a:buClr>
              <a:buSzPts val="4800"/>
            </a:pPr>
            <a:r>
              <a:rPr lang="fr-FR" sz="4800" b="1" noProof="0" dirty="0">
                <a:solidFill>
                  <a:srgbClr val="FFFFFF"/>
                </a:solidFill>
                <a:latin typeface="Comic Sans MS"/>
                <a:ea typeface="Comic Sans MS"/>
                <a:cs typeface="Comic Sans MS"/>
                <a:sym typeface="Comic Sans MS"/>
              </a:rPr>
              <a:t>assoiffé d'être aimé,</a:t>
            </a:r>
          </a:p>
          <a:p>
            <a:pPr lvl="0" algn="r">
              <a:buClr>
                <a:srgbClr val="FFFFFF"/>
              </a:buClr>
              <a:buSzPts val="4800"/>
            </a:pPr>
            <a:r>
              <a:rPr lang="fr-FR" sz="4800" b="1" noProof="0" dirty="0">
                <a:solidFill>
                  <a:srgbClr val="FFFFFF"/>
                </a:solidFill>
                <a:latin typeface="Comic Sans MS"/>
                <a:ea typeface="Comic Sans MS"/>
                <a:cs typeface="Comic Sans MS"/>
                <a:sym typeface="Comic Sans MS"/>
              </a:rPr>
              <a:t>tu fais ta demeure en nous Seigneur.</a:t>
            </a:r>
          </a:p>
        </p:txBody>
      </p:sp>
    </p:spTree>
    <p:extLst>
      <p:ext uri="{BB962C8B-B14F-4D97-AF65-F5344CB8AC3E}">
        <p14:creationId xmlns:p14="http://schemas.microsoft.com/office/powerpoint/2010/main" val="109281220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Shape 339">
          <a:extLst>
            <a:ext uri="{FF2B5EF4-FFF2-40B4-BE49-F238E27FC236}">
              <a16:creationId xmlns:a16="http://schemas.microsoft.com/office/drawing/2014/main" id="{996D5C95-C4AB-A637-8B40-72B64E10D490}"/>
            </a:ext>
          </a:extLst>
        </p:cNvPr>
        <p:cNvGrpSpPr/>
        <p:nvPr/>
      </p:nvGrpSpPr>
      <p:grpSpPr>
        <a:xfrm>
          <a:off x="0" y="0"/>
          <a:ext cx="0" cy="0"/>
          <a:chOff x="0" y="0"/>
          <a:chExt cx="0" cy="0"/>
        </a:xfrm>
      </p:grpSpPr>
      <p:sp>
        <p:nvSpPr>
          <p:cNvPr id="340" name="Google Shape;340;p7">
            <a:extLst>
              <a:ext uri="{FF2B5EF4-FFF2-40B4-BE49-F238E27FC236}">
                <a16:creationId xmlns:a16="http://schemas.microsoft.com/office/drawing/2014/main" id="{6CC6AECD-F1D8-8DCA-8B93-DE43999715E9}"/>
              </a:ext>
            </a:extLst>
          </p:cNvPr>
          <p:cNvSpPr txBox="1"/>
          <p:nvPr/>
        </p:nvSpPr>
        <p:spPr>
          <a:xfrm>
            <a:off x="0" y="0"/>
            <a:ext cx="9144000" cy="68580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endParaRPr lang="fr-FR" sz="1400" b="0" i="0" u="none" noProof="0" dirty="0">
              <a:solidFill>
                <a:srgbClr val="000000"/>
              </a:solidFill>
              <a:latin typeface="Arial"/>
              <a:ea typeface="Arial"/>
              <a:cs typeface="Arial"/>
              <a:sym typeface="Arial"/>
            </a:endParaRPr>
          </a:p>
        </p:txBody>
      </p:sp>
      <p:sp>
        <p:nvSpPr>
          <p:cNvPr id="341" name="Google Shape;341;p7">
            <a:extLst>
              <a:ext uri="{FF2B5EF4-FFF2-40B4-BE49-F238E27FC236}">
                <a16:creationId xmlns:a16="http://schemas.microsoft.com/office/drawing/2014/main" id="{A6C5811F-C796-8278-08F0-BC943C4B5576}"/>
              </a:ext>
            </a:extLst>
          </p:cNvPr>
          <p:cNvSpPr txBox="1"/>
          <p:nvPr/>
        </p:nvSpPr>
        <p:spPr>
          <a:xfrm>
            <a:off x="0" y="0"/>
            <a:ext cx="9144000" cy="6858000"/>
          </a:xfrm>
          <a:prstGeom prst="rect">
            <a:avLst/>
          </a:prstGeom>
          <a:noFill/>
          <a:ln>
            <a:noFill/>
          </a:ln>
        </p:spPr>
        <p:txBody>
          <a:bodyPr spcFirstLastPara="1" wrap="square" lIns="91425" tIns="91425" rIns="91425" bIns="91425" anchor="ctr" anchorCtr="0">
            <a:noAutofit/>
          </a:bodyPr>
          <a:lstStyle/>
          <a:p>
            <a:pPr lvl="0" algn="r">
              <a:buClr>
                <a:srgbClr val="FFFFFF"/>
              </a:buClr>
              <a:buSzPts val="4400"/>
            </a:pPr>
            <a:r>
              <a:rPr lang="fr-FR" sz="4800" noProof="0" dirty="0">
                <a:solidFill>
                  <a:srgbClr val="FFFFFF"/>
                </a:solidFill>
                <a:latin typeface="Comic Sans MS"/>
                <a:ea typeface="Comic Sans MS"/>
                <a:cs typeface="Comic Sans MS"/>
                <a:sym typeface="Comic Sans MS"/>
              </a:rPr>
              <a:t>Tu es là présent, livré pour nous.</a:t>
            </a:r>
          </a:p>
          <a:p>
            <a:pPr lvl="0" algn="r">
              <a:buClr>
                <a:srgbClr val="FFFFFF"/>
              </a:buClr>
              <a:buSzPts val="4400"/>
            </a:pPr>
            <a:r>
              <a:rPr lang="fr-FR" sz="4800" noProof="0" dirty="0">
                <a:solidFill>
                  <a:srgbClr val="FFFFFF"/>
                </a:solidFill>
                <a:latin typeface="Comic Sans MS"/>
                <a:ea typeface="Comic Sans MS"/>
                <a:cs typeface="Comic Sans MS"/>
                <a:sym typeface="Comic Sans MS"/>
              </a:rPr>
              <a:t>Toi le tout petit, le serviteur.</a:t>
            </a:r>
          </a:p>
          <a:p>
            <a:pPr lvl="0" algn="r">
              <a:buClr>
                <a:srgbClr val="FFFFFF"/>
              </a:buClr>
              <a:buSzPts val="4400"/>
            </a:pPr>
            <a:r>
              <a:rPr lang="fr-FR" sz="4800" noProof="0" dirty="0">
                <a:solidFill>
                  <a:srgbClr val="FFFFFF"/>
                </a:solidFill>
                <a:latin typeface="Comic Sans MS"/>
                <a:ea typeface="Comic Sans MS"/>
                <a:cs typeface="Comic Sans MS"/>
                <a:sym typeface="Comic Sans MS"/>
              </a:rPr>
              <a:t>Toi, le Tout Puissant, humblement tu t'abaisses.</a:t>
            </a:r>
          </a:p>
          <a:p>
            <a:pPr lvl="0" algn="r">
              <a:buClr>
                <a:srgbClr val="FFFFFF"/>
              </a:buClr>
              <a:buSzPts val="4400"/>
            </a:pPr>
            <a:r>
              <a:rPr lang="fr-FR" sz="4800" noProof="0" dirty="0">
                <a:solidFill>
                  <a:srgbClr val="FFFFFF"/>
                </a:solidFill>
                <a:latin typeface="Comic Sans MS"/>
                <a:ea typeface="Comic Sans MS"/>
                <a:cs typeface="Comic Sans MS"/>
                <a:sym typeface="Comic Sans MS"/>
              </a:rPr>
              <a:t>Tu fais ta demeure en nous Seigneur.</a:t>
            </a:r>
          </a:p>
        </p:txBody>
      </p:sp>
    </p:spTree>
    <p:extLst>
      <p:ext uri="{BB962C8B-B14F-4D97-AF65-F5344CB8AC3E}">
        <p14:creationId xmlns:p14="http://schemas.microsoft.com/office/powerpoint/2010/main" val="401325010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Shape 333">
          <a:extLst>
            <a:ext uri="{FF2B5EF4-FFF2-40B4-BE49-F238E27FC236}">
              <a16:creationId xmlns:a16="http://schemas.microsoft.com/office/drawing/2014/main" id="{7CDCCCE2-3B85-3B74-297F-FA8BBE90690D}"/>
            </a:ext>
          </a:extLst>
        </p:cNvPr>
        <p:cNvGrpSpPr/>
        <p:nvPr/>
      </p:nvGrpSpPr>
      <p:grpSpPr>
        <a:xfrm>
          <a:off x="0" y="0"/>
          <a:ext cx="0" cy="0"/>
          <a:chOff x="0" y="0"/>
          <a:chExt cx="0" cy="0"/>
        </a:xfrm>
      </p:grpSpPr>
      <p:sp>
        <p:nvSpPr>
          <p:cNvPr id="334" name="Google Shape;334;p6">
            <a:extLst>
              <a:ext uri="{FF2B5EF4-FFF2-40B4-BE49-F238E27FC236}">
                <a16:creationId xmlns:a16="http://schemas.microsoft.com/office/drawing/2014/main" id="{4617B533-7EAD-4B49-5B09-6095B390B30C}"/>
              </a:ext>
            </a:extLst>
          </p:cNvPr>
          <p:cNvSpPr txBox="1"/>
          <p:nvPr/>
        </p:nvSpPr>
        <p:spPr>
          <a:xfrm>
            <a:off x="0" y="0"/>
            <a:ext cx="9144000" cy="68580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endParaRPr lang="fr-FR" sz="1400" b="0" i="0" u="none" noProof="0" dirty="0">
              <a:solidFill>
                <a:srgbClr val="000000"/>
              </a:solidFill>
              <a:latin typeface="Arial"/>
              <a:ea typeface="Arial"/>
              <a:cs typeface="Arial"/>
              <a:sym typeface="Arial"/>
            </a:endParaRPr>
          </a:p>
        </p:txBody>
      </p:sp>
      <p:sp>
        <p:nvSpPr>
          <p:cNvPr id="335" name="Google Shape;335;p6">
            <a:extLst>
              <a:ext uri="{FF2B5EF4-FFF2-40B4-BE49-F238E27FC236}">
                <a16:creationId xmlns:a16="http://schemas.microsoft.com/office/drawing/2014/main" id="{52804A20-F792-9178-55A7-67287E44066D}"/>
              </a:ext>
            </a:extLst>
          </p:cNvPr>
          <p:cNvSpPr txBox="1"/>
          <p:nvPr/>
        </p:nvSpPr>
        <p:spPr>
          <a:xfrm>
            <a:off x="0" y="0"/>
            <a:ext cx="9035143" cy="6858000"/>
          </a:xfrm>
          <a:prstGeom prst="rect">
            <a:avLst/>
          </a:prstGeom>
          <a:noFill/>
          <a:ln>
            <a:noFill/>
          </a:ln>
        </p:spPr>
        <p:txBody>
          <a:bodyPr spcFirstLastPara="1" wrap="square" lIns="91425" tIns="91425" rIns="91425" bIns="91425" anchor="ctr" anchorCtr="0">
            <a:noAutofit/>
          </a:bodyPr>
          <a:lstStyle/>
          <a:p>
            <a:pPr lvl="0" algn="r">
              <a:buClr>
                <a:srgbClr val="FFFFFF"/>
              </a:buClr>
              <a:buSzPts val="4800"/>
            </a:pPr>
            <a:r>
              <a:rPr lang="fr-FR" sz="4800" b="1" noProof="0" dirty="0">
                <a:solidFill>
                  <a:srgbClr val="FFFFFF"/>
                </a:solidFill>
                <a:latin typeface="Comic Sans MS"/>
                <a:ea typeface="Comic Sans MS"/>
                <a:cs typeface="Comic Sans MS"/>
                <a:sym typeface="Comic Sans MS"/>
              </a:rPr>
              <a:t>3 - Unis à ton amour, </a:t>
            </a:r>
          </a:p>
          <a:p>
            <a:pPr lvl="0" algn="r">
              <a:buClr>
                <a:srgbClr val="FFFFFF"/>
              </a:buClr>
              <a:buSzPts val="4800"/>
            </a:pPr>
            <a:r>
              <a:rPr lang="fr-FR" sz="4800" b="1" noProof="0" dirty="0">
                <a:solidFill>
                  <a:srgbClr val="FFFFFF"/>
                </a:solidFill>
                <a:latin typeface="Comic Sans MS"/>
                <a:ea typeface="Comic Sans MS"/>
                <a:cs typeface="Comic Sans MS"/>
                <a:sym typeface="Comic Sans MS"/>
              </a:rPr>
              <a:t>Tu nous veux pour toujours </a:t>
            </a:r>
          </a:p>
          <a:p>
            <a:pPr lvl="0" algn="r">
              <a:buClr>
                <a:srgbClr val="FFFFFF"/>
              </a:buClr>
              <a:buSzPts val="4800"/>
            </a:pPr>
            <a:r>
              <a:rPr lang="fr-FR" sz="4800" b="1" noProof="0" dirty="0">
                <a:solidFill>
                  <a:srgbClr val="FFFFFF"/>
                </a:solidFill>
                <a:latin typeface="Comic Sans MS"/>
                <a:ea typeface="Comic Sans MS"/>
                <a:cs typeface="Comic Sans MS"/>
                <a:sym typeface="Comic Sans MS"/>
              </a:rPr>
              <a:t>ostensoirs du Sauveur,</a:t>
            </a:r>
          </a:p>
          <a:p>
            <a:pPr lvl="0" algn="r">
              <a:buClr>
                <a:srgbClr val="FFFFFF"/>
              </a:buClr>
              <a:buSzPts val="4800"/>
            </a:pPr>
            <a:r>
              <a:rPr lang="fr-FR" sz="4800" b="1" noProof="0" dirty="0">
                <a:solidFill>
                  <a:srgbClr val="FFFFFF"/>
                </a:solidFill>
                <a:latin typeface="Comic Sans MS"/>
                <a:ea typeface="Comic Sans MS"/>
                <a:cs typeface="Comic Sans MS"/>
                <a:sym typeface="Comic Sans MS"/>
              </a:rPr>
              <a:t>En notre humanité, tu rejoins l'égaré,</a:t>
            </a:r>
          </a:p>
          <a:p>
            <a:pPr lvl="0" algn="r">
              <a:buClr>
                <a:srgbClr val="FFFFFF"/>
              </a:buClr>
              <a:buSzPts val="4800"/>
            </a:pPr>
            <a:r>
              <a:rPr lang="fr-FR" sz="4800" b="1" noProof="0" dirty="0">
                <a:solidFill>
                  <a:srgbClr val="FFFFFF"/>
                </a:solidFill>
                <a:latin typeface="Comic Sans MS"/>
                <a:ea typeface="Comic Sans MS"/>
                <a:cs typeface="Comic Sans MS"/>
                <a:sym typeface="Comic Sans MS"/>
              </a:rPr>
              <a:t>tu fais ta demeure en nous Seigneur.</a:t>
            </a:r>
          </a:p>
        </p:txBody>
      </p:sp>
    </p:spTree>
    <p:extLst>
      <p:ext uri="{BB962C8B-B14F-4D97-AF65-F5344CB8AC3E}">
        <p14:creationId xmlns:p14="http://schemas.microsoft.com/office/powerpoint/2010/main" val="183291599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Shape 339">
          <a:extLst>
            <a:ext uri="{FF2B5EF4-FFF2-40B4-BE49-F238E27FC236}">
              <a16:creationId xmlns:a16="http://schemas.microsoft.com/office/drawing/2014/main" id="{9EAEF9B7-65CA-3F8F-9213-A900A74BB483}"/>
            </a:ext>
          </a:extLst>
        </p:cNvPr>
        <p:cNvGrpSpPr/>
        <p:nvPr/>
      </p:nvGrpSpPr>
      <p:grpSpPr>
        <a:xfrm>
          <a:off x="0" y="0"/>
          <a:ext cx="0" cy="0"/>
          <a:chOff x="0" y="0"/>
          <a:chExt cx="0" cy="0"/>
        </a:xfrm>
      </p:grpSpPr>
      <p:sp>
        <p:nvSpPr>
          <p:cNvPr id="340" name="Google Shape;340;p7">
            <a:extLst>
              <a:ext uri="{FF2B5EF4-FFF2-40B4-BE49-F238E27FC236}">
                <a16:creationId xmlns:a16="http://schemas.microsoft.com/office/drawing/2014/main" id="{D6E5267B-A600-E5CF-B90D-DA5E08382EE9}"/>
              </a:ext>
            </a:extLst>
          </p:cNvPr>
          <p:cNvSpPr txBox="1"/>
          <p:nvPr/>
        </p:nvSpPr>
        <p:spPr>
          <a:xfrm>
            <a:off x="0" y="0"/>
            <a:ext cx="9144000" cy="68580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endParaRPr lang="fr-FR" sz="1400" b="0" i="0" u="none" noProof="0" dirty="0">
              <a:solidFill>
                <a:srgbClr val="000000"/>
              </a:solidFill>
              <a:latin typeface="Arial"/>
              <a:ea typeface="Arial"/>
              <a:cs typeface="Arial"/>
              <a:sym typeface="Arial"/>
            </a:endParaRPr>
          </a:p>
        </p:txBody>
      </p:sp>
      <p:sp>
        <p:nvSpPr>
          <p:cNvPr id="341" name="Google Shape;341;p7">
            <a:extLst>
              <a:ext uri="{FF2B5EF4-FFF2-40B4-BE49-F238E27FC236}">
                <a16:creationId xmlns:a16="http://schemas.microsoft.com/office/drawing/2014/main" id="{75DB85F3-86E4-2B37-F712-E31C7E4369EE}"/>
              </a:ext>
            </a:extLst>
          </p:cNvPr>
          <p:cNvSpPr txBox="1"/>
          <p:nvPr/>
        </p:nvSpPr>
        <p:spPr>
          <a:xfrm>
            <a:off x="0" y="0"/>
            <a:ext cx="9144000" cy="6858000"/>
          </a:xfrm>
          <a:prstGeom prst="rect">
            <a:avLst/>
          </a:prstGeom>
          <a:noFill/>
          <a:ln>
            <a:noFill/>
          </a:ln>
        </p:spPr>
        <p:txBody>
          <a:bodyPr spcFirstLastPara="1" wrap="square" lIns="91425" tIns="91425" rIns="91425" bIns="91425" anchor="ctr" anchorCtr="0">
            <a:noAutofit/>
          </a:bodyPr>
          <a:lstStyle/>
          <a:p>
            <a:pPr lvl="0" algn="r">
              <a:buClr>
                <a:srgbClr val="FFFFFF"/>
              </a:buClr>
              <a:buSzPts val="4400"/>
            </a:pPr>
            <a:r>
              <a:rPr lang="fr-FR" sz="4800" noProof="0" dirty="0">
                <a:solidFill>
                  <a:srgbClr val="FFFFFF"/>
                </a:solidFill>
                <a:latin typeface="Comic Sans MS"/>
                <a:ea typeface="Comic Sans MS"/>
                <a:cs typeface="Comic Sans MS"/>
                <a:sym typeface="Comic Sans MS"/>
              </a:rPr>
              <a:t>Tu es là présent, livré pour nous.</a:t>
            </a:r>
          </a:p>
          <a:p>
            <a:pPr lvl="0" algn="r">
              <a:buClr>
                <a:srgbClr val="FFFFFF"/>
              </a:buClr>
              <a:buSzPts val="4400"/>
            </a:pPr>
            <a:r>
              <a:rPr lang="fr-FR" sz="4800" noProof="0" dirty="0">
                <a:solidFill>
                  <a:srgbClr val="FFFFFF"/>
                </a:solidFill>
                <a:latin typeface="Comic Sans MS"/>
                <a:ea typeface="Comic Sans MS"/>
                <a:cs typeface="Comic Sans MS"/>
                <a:sym typeface="Comic Sans MS"/>
              </a:rPr>
              <a:t>Toi le tout petit, le serviteur.</a:t>
            </a:r>
          </a:p>
          <a:p>
            <a:pPr lvl="0" algn="r">
              <a:buClr>
                <a:srgbClr val="FFFFFF"/>
              </a:buClr>
              <a:buSzPts val="4400"/>
            </a:pPr>
            <a:r>
              <a:rPr lang="fr-FR" sz="4800" noProof="0" dirty="0">
                <a:solidFill>
                  <a:srgbClr val="FFFFFF"/>
                </a:solidFill>
                <a:latin typeface="Comic Sans MS"/>
                <a:ea typeface="Comic Sans MS"/>
                <a:cs typeface="Comic Sans MS"/>
                <a:sym typeface="Comic Sans MS"/>
              </a:rPr>
              <a:t>Toi, le Tout Puissant, humblement tu t'abaisses.</a:t>
            </a:r>
          </a:p>
          <a:p>
            <a:pPr lvl="0" algn="r">
              <a:buClr>
                <a:srgbClr val="FFFFFF"/>
              </a:buClr>
              <a:buSzPts val="4400"/>
            </a:pPr>
            <a:r>
              <a:rPr lang="fr-FR" sz="4800" noProof="0" dirty="0">
                <a:solidFill>
                  <a:srgbClr val="FFFFFF"/>
                </a:solidFill>
                <a:latin typeface="Comic Sans MS"/>
                <a:ea typeface="Comic Sans MS"/>
                <a:cs typeface="Comic Sans MS"/>
                <a:sym typeface="Comic Sans MS"/>
              </a:rPr>
              <a:t>Tu fais ta demeure en nous Seigneur.</a:t>
            </a:r>
          </a:p>
        </p:txBody>
      </p:sp>
    </p:spTree>
    <p:extLst>
      <p:ext uri="{BB962C8B-B14F-4D97-AF65-F5344CB8AC3E}">
        <p14:creationId xmlns:p14="http://schemas.microsoft.com/office/powerpoint/2010/main" val="228716735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Shape 366"/>
        <p:cNvGrpSpPr/>
        <p:nvPr/>
      </p:nvGrpSpPr>
      <p:grpSpPr>
        <a:xfrm>
          <a:off x="0" y="0"/>
          <a:ext cx="0" cy="0"/>
          <a:chOff x="0" y="0"/>
          <a:chExt cx="0" cy="0"/>
        </a:xfrm>
      </p:grpSpPr>
      <p:sp>
        <p:nvSpPr>
          <p:cNvPr id="367" name="Google Shape;367;p11"/>
          <p:cNvSpPr txBox="1">
            <a:spLocks noGrp="1"/>
          </p:cNvSpPr>
          <p:nvPr>
            <p:ph type="body" idx="1"/>
          </p:nvPr>
        </p:nvSpPr>
        <p:spPr>
          <a:xfrm>
            <a:off x="457200" y="404812"/>
            <a:ext cx="8229600" cy="5726112"/>
          </a:xfrm>
          <a:prstGeom prst="rect">
            <a:avLst/>
          </a:prstGeom>
          <a:noFill/>
          <a:ln>
            <a:noFill/>
          </a:ln>
        </p:spPr>
        <p:txBody>
          <a:bodyPr spcFirstLastPara="1" wrap="square" lIns="91425" tIns="45700" rIns="91425" bIns="45700" anchor="t" anchorCtr="0">
            <a:noAutofit/>
          </a:bodyPr>
          <a:lstStyle/>
          <a:p>
            <a:pPr marL="342900" marR="0" lvl="0" indent="0" algn="l" rtl="0">
              <a:lnSpc>
                <a:spcPct val="100000"/>
              </a:lnSpc>
              <a:spcBef>
                <a:spcPts val="0"/>
              </a:spcBef>
              <a:spcAft>
                <a:spcPts val="0"/>
              </a:spcAft>
              <a:buClr>
                <a:schemeClr val="dk1"/>
              </a:buClr>
              <a:buSzPts val="3200"/>
              <a:buFont typeface="Arial"/>
              <a:buNone/>
            </a:pPr>
            <a:endParaRPr lang="fr-FR" sz="3200" b="0" i="0" u="none" strike="noStrike" cap="none" noProof="0" dirty="0">
              <a:solidFill>
                <a:schemeClr val="dk1"/>
              </a:solidFill>
              <a:latin typeface="Arial"/>
              <a:ea typeface="Arial"/>
              <a:cs typeface="Arial"/>
              <a:sym typeface="Arial"/>
            </a:endParaRPr>
          </a:p>
        </p:txBody>
      </p:sp>
      <p:pic>
        <p:nvPicPr>
          <p:cNvPr id="4098" name="Picture 2" descr="Par toute la terre - Catéchisme Emmanuel">
            <a:extLst>
              <a:ext uri="{FF2B5EF4-FFF2-40B4-BE49-F238E27FC236}">
                <a16:creationId xmlns:a16="http://schemas.microsoft.com/office/drawing/2014/main" id="{DD3EEE11-5E80-D7F8-263F-451BD362310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49694" y="1133411"/>
            <a:ext cx="4268913" cy="426891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Shape 373">
          <a:extLst>
            <a:ext uri="{FF2B5EF4-FFF2-40B4-BE49-F238E27FC236}">
              <a16:creationId xmlns:a16="http://schemas.microsoft.com/office/drawing/2014/main" id="{616C83FD-856D-6724-73B8-3853BA4EDA05}"/>
            </a:ext>
          </a:extLst>
        </p:cNvPr>
        <p:cNvGrpSpPr/>
        <p:nvPr/>
      </p:nvGrpSpPr>
      <p:grpSpPr>
        <a:xfrm>
          <a:off x="0" y="0"/>
          <a:ext cx="0" cy="0"/>
          <a:chOff x="0" y="0"/>
          <a:chExt cx="0" cy="0"/>
        </a:xfrm>
      </p:grpSpPr>
      <p:sp>
        <p:nvSpPr>
          <p:cNvPr id="374" name="Google Shape;374;p12">
            <a:extLst>
              <a:ext uri="{FF2B5EF4-FFF2-40B4-BE49-F238E27FC236}">
                <a16:creationId xmlns:a16="http://schemas.microsoft.com/office/drawing/2014/main" id="{E0DE6125-0F75-82C1-61E2-8D70994569A2}"/>
              </a:ext>
            </a:extLst>
          </p:cNvPr>
          <p:cNvSpPr txBox="1">
            <a:spLocks noGrp="1"/>
          </p:cNvSpPr>
          <p:nvPr>
            <p:ph type="title"/>
          </p:nvPr>
        </p:nvSpPr>
        <p:spPr>
          <a:xfrm>
            <a:off x="0" y="348342"/>
            <a:ext cx="8942387" cy="6509657"/>
          </a:xfrm>
          <a:prstGeom prst="rect">
            <a:avLst/>
          </a:prstGeom>
          <a:noFill/>
          <a:ln>
            <a:noFill/>
          </a:ln>
        </p:spPr>
        <p:txBody>
          <a:bodyPr spcFirstLastPara="1" wrap="square" lIns="91425" tIns="45700" rIns="91425" bIns="45700" anchor="ctr" anchorCtr="0">
            <a:noAutofit/>
          </a:bodyPr>
          <a:lstStyle/>
          <a:p>
            <a:pPr lvl="0" algn="r">
              <a:lnSpc>
                <a:spcPct val="150000"/>
              </a:lnSpc>
              <a:buClr>
                <a:srgbClr val="FFFFFF"/>
              </a:buClr>
              <a:buSzPts val="4800"/>
            </a:pPr>
            <a:r>
              <a:rPr lang="fr-FR" sz="4000" noProof="0" dirty="0"/>
              <a:t>R. Que vive mon âme à te louer !</a:t>
            </a:r>
          </a:p>
          <a:p>
            <a:pPr algn="r"/>
            <a:r>
              <a:rPr lang="fr-FR" sz="4000" noProof="0" dirty="0"/>
              <a:t>Tu as posé une lampe, une lumière sur ma route,</a:t>
            </a:r>
          </a:p>
          <a:p>
            <a:pPr algn="r"/>
            <a:r>
              <a:rPr lang="fr-FR" sz="4000" noProof="0" dirty="0"/>
              <a:t>Ta parole, Seigneur, ta parole, Seigneur.</a:t>
            </a:r>
          </a:p>
        </p:txBody>
      </p:sp>
    </p:spTree>
    <p:extLst>
      <p:ext uri="{BB962C8B-B14F-4D97-AF65-F5344CB8AC3E}">
        <p14:creationId xmlns:p14="http://schemas.microsoft.com/office/powerpoint/2010/main" val="227159133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Shape 378"/>
        <p:cNvGrpSpPr/>
        <p:nvPr/>
      </p:nvGrpSpPr>
      <p:grpSpPr>
        <a:xfrm>
          <a:off x="0" y="0"/>
          <a:ext cx="0" cy="0"/>
          <a:chOff x="0" y="0"/>
          <a:chExt cx="0" cy="0"/>
        </a:xfrm>
      </p:grpSpPr>
      <p:sp>
        <p:nvSpPr>
          <p:cNvPr id="379" name="Google Shape;379;p13"/>
          <p:cNvSpPr txBox="1">
            <a:spLocks noGrp="1"/>
          </p:cNvSpPr>
          <p:nvPr>
            <p:ph type="title"/>
          </p:nvPr>
        </p:nvSpPr>
        <p:spPr>
          <a:xfrm>
            <a:off x="0" y="0"/>
            <a:ext cx="8991600" cy="6270171"/>
          </a:xfrm>
          <a:prstGeom prst="rect">
            <a:avLst/>
          </a:prstGeom>
          <a:noFill/>
          <a:ln>
            <a:noFill/>
          </a:ln>
        </p:spPr>
        <p:txBody>
          <a:bodyPr spcFirstLastPara="1" wrap="square" lIns="91425" tIns="45700" rIns="91425" bIns="45700" anchor="ctr" anchorCtr="0">
            <a:noAutofit/>
          </a:bodyPr>
          <a:lstStyle/>
          <a:p>
            <a:pPr lvl="0" algn="r">
              <a:lnSpc>
                <a:spcPct val="150000"/>
              </a:lnSpc>
              <a:buClr>
                <a:srgbClr val="FFFFFF"/>
              </a:buClr>
              <a:buSzPts val="4800"/>
            </a:pPr>
            <a:r>
              <a:rPr lang="fr-FR" sz="4000" noProof="0" dirty="0"/>
              <a:t>1 - Heureux ceux qui marchent dans tes voies, Seigneur !</a:t>
            </a:r>
          </a:p>
          <a:p>
            <a:pPr algn="r"/>
            <a:r>
              <a:rPr lang="fr-FR" sz="4000" noProof="0" dirty="0"/>
              <a:t>De tout mon cœur, je veux garder ta parole,</a:t>
            </a:r>
          </a:p>
          <a:p>
            <a:pPr algn="r"/>
            <a:r>
              <a:rPr lang="fr-FR" sz="4000" noProof="0" dirty="0"/>
              <a:t>Ne me délaisse pas, Dieu de ma joie.</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Shape 373">
          <a:extLst>
            <a:ext uri="{FF2B5EF4-FFF2-40B4-BE49-F238E27FC236}">
              <a16:creationId xmlns:a16="http://schemas.microsoft.com/office/drawing/2014/main" id="{640AC027-8A97-09C9-E8C1-C6A3849D4A0E}"/>
            </a:ext>
          </a:extLst>
        </p:cNvPr>
        <p:cNvGrpSpPr/>
        <p:nvPr/>
      </p:nvGrpSpPr>
      <p:grpSpPr>
        <a:xfrm>
          <a:off x="0" y="0"/>
          <a:ext cx="0" cy="0"/>
          <a:chOff x="0" y="0"/>
          <a:chExt cx="0" cy="0"/>
        </a:xfrm>
      </p:grpSpPr>
      <p:sp>
        <p:nvSpPr>
          <p:cNvPr id="374" name="Google Shape;374;p12">
            <a:extLst>
              <a:ext uri="{FF2B5EF4-FFF2-40B4-BE49-F238E27FC236}">
                <a16:creationId xmlns:a16="http://schemas.microsoft.com/office/drawing/2014/main" id="{F4834D70-CC8A-6E9D-C7E4-01C02F3130D6}"/>
              </a:ext>
            </a:extLst>
          </p:cNvPr>
          <p:cNvSpPr txBox="1">
            <a:spLocks noGrp="1"/>
          </p:cNvSpPr>
          <p:nvPr>
            <p:ph type="title"/>
          </p:nvPr>
        </p:nvSpPr>
        <p:spPr>
          <a:xfrm>
            <a:off x="0" y="348342"/>
            <a:ext cx="8942387" cy="6509657"/>
          </a:xfrm>
          <a:prstGeom prst="rect">
            <a:avLst/>
          </a:prstGeom>
          <a:noFill/>
          <a:ln>
            <a:noFill/>
          </a:ln>
        </p:spPr>
        <p:txBody>
          <a:bodyPr spcFirstLastPara="1" wrap="square" lIns="91425" tIns="45700" rIns="91425" bIns="45700" anchor="ctr" anchorCtr="0">
            <a:noAutofit/>
          </a:bodyPr>
          <a:lstStyle/>
          <a:p>
            <a:pPr lvl="0" algn="r">
              <a:lnSpc>
                <a:spcPct val="150000"/>
              </a:lnSpc>
              <a:buClr>
                <a:srgbClr val="FFFFFF"/>
              </a:buClr>
              <a:buSzPts val="4800"/>
            </a:pPr>
            <a:r>
              <a:rPr lang="fr-FR" sz="4000" noProof="0" dirty="0"/>
              <a:t>R. Que vive mon âme à te louer !</a:t>
            </a:r>
          </a:p>
          <a:p>
            <a:pPr algn="r"/>
            <a:r>
              <a:rPr lang="fr-FR" sz="4000" noProof="0" dirty="0"/>
              <a:t>Tu as posé une lampe, une lumière sur ma route,</a:t>
            </a:r>
          </a:p>
          <a:p>
            <a:pPr algn="r"/>
            <a:r>
              <a:rPr lang="fr-FR" sz="4000" noProof="0" dirty="0"/>
              <a:t>Ta parole, Seigneur, ta parole, Seigneur.</a:t>
            </a:r>
          </a:p>
        </p:txBody>
      </p:sp>
    </p:spTree>
    <p:extLst>
      <p:ext uri="{BB962C8B-B14F-4D97-AF65-F5344CB8AC3E}">
        <p14:creationId xmlns:p14="http://schemas.microsoft.com/office/powerpoint/2010/main" val="126715091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Shape 378">
          <a:extLst>
            <a:ext uri="{FF2B5EF4-FFF2-40B4-BE49-F238E27FC236}">
              <a16:creationId xmlns:a16="http://schemas.microsoft.com/office/drawing/2014/main" id="{12471D17-DE22-C922-E069-D1A028AF7003}"/>
            </a:ext>
          </a:extLst>
        </p:cNvPr>
        <p:cNvGrpSpPr/>
        <p:nvPr/>
      </p:nvGrpSpPr>
      <p:grpSpPr>
        <a:xfrm>
          <a:off x="0" y="0"/>
          <a:ext cx="0" cy="0"/>
          <a:chOff x="0" y="0"/>
          <a:chExt cx="0" cy="0"/>
        </a:xfrm>
      </p:grpSpPr>
      <p:sp>
        <p:nvSpPr>
          <p:cNvPr id="379" name="Google Shape;379;p13">
            <a:extLst>
              <a:ext uri="{FF2B5EF4-FFF2-40B4-BE49-F238E27FC236}">
                <a16:creationId xmlns:a16="http://schemas.microsoft.com/office/drawing/2014/main" id="{4F5BF139-6B04-846F-F64C-4EA112FA65FA}"/>
              </a:ext>
            </a:extLst>
          </p:cNvPr>
          <p:cNvSpPr txBox="1">
            <a:spLocks noGrp="1"/>
          </p:cNvSpPr>
          <p:nvPr>
            <p:ph type="title"/>
          </p:nvPr>
        </p:nvSpPr>
        <p:spPr>
          <a:xfrm>
            <a:off x="0" y="0"/>
            <a:ext cx="8991600" cy="6270171"/>
          </a:xfrm>
          <a:prstGeom prst="rect">
            <a:avLst/>
          </a:prstGeom>
          <a:noFill/>
          <a:ln>
            <a:noFill/>
          </a:ln>
        </p:spPr>
        <p:txBody>
          <a:bodyPr spcFirstLastPara="1" wrap="square" lIns="91425" tIns="45700" rIns="91425" bIns="45700" anchor="ctr" anchorCtr="0">
            <a:noAutofit/>
          </a:bodyPr>
          <a:lstStyle/>
          <a:p>
            <a:pPr lvl="0" algn="r">
              <a:lnSpc>
                <a:spcPct val="150000"/>
              </a:lnSpc>
              <a:buClr>
                <a:srgbClr val="FFFFFF"/>
              </a:buClr>
              <a:buSzPts val="4800"/>
            </a:pPr>
            <a:r>
              <a:rPr lang="fr-FR" sz="4000" noProof="0" dirty="0"/>
              <a:t>2 - Heureux ceux qui veulent faire ta volonté !</a:t>
            </a:r>
          </a:p>
          <a:p>
            <a:pPr algn="r"/>
            <a:r>
              <a:rPr lang="fr-FR" sz="4000" noProof="0" dirty="0"/>
              <a:t>Je cours sans peur sur la voie de tes préceptes</a:t>
            </a:r>
          </a:p>
          <a:p>
            <a:pPr algn="r"/>
            <a:r>
              <a:rPr lang="fr-FR" sz="4000" noProof="0" dirty="0"/>
              <a:t>Et mes lèvres publient ta vérité.</a:t>
            </a:r>
          </a:p>
        </p:txBody>
      </p:sp>
    </p:spTree>
    <p:extLst>
      <p:ext uri="{BB962C8B-B14F-4D97-AF65-F5344CB8AC3E}">
        <p14:creationId xmlns:p14="http://schemas.microsoft.com/office/powerpoint/2010/main" val="349589414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Shape 373">
          <a:extLst>
            <a:ext uri="{FF2B5EF4-FFF2-40B4-BE49-F238E27FC236}">
              <a16:creationId xmlns:a16="http://schemas.microsoft.com/office/drawing/2014/main" id="{D2FB5C41-B329-D786-737F-392ABFF4FFCA}"/>
            </a:ext>
          </a:extLst>
        </p:cNvPr>
        <p:cNvGrpSpPr/>
        <p:nvPr/>
      </p:nvGrpSpPr>
      <p:grpSpPr>
        <a:xfrm>
          <a:off x="0" y="0"/>
          <a:ext cx="0" cy="0"/>
          <a:chOff x="0" y="0"/>
          <a:chExt cx="0" cy="0"/>
        </a:xfrm>
      </p:grpSpPr>
      <p:sp>
        <p:nvSpPr>
          <p:cNvPr id="374" name="Google Shape;374;p12">
            <a:extLst>
              <a:ext uri="{FF2B5EF4-FFF2-40B4-BE49-F238E27FC236}">
                <a16:creationId xmlns:a16="http://schemas.microsoft.com/office/drawing/2014/main" id="{3249585B-01FD-964D-DF92-FC3491327D4F}"/>
              </a:ext>
            </a:extLst>
          </p:cNvPr>
          <p:cNvSpPr txBox="1">
            <a:spLocks noGrp="1"/>
          </p:cNvSpPr>
          <p:nvPr>
            <p:ph type="title"/>
          </p:nvPr>
        </p:nvSpPr>
        <p:spPr>
          <a:xfrm>
            <a:off x="0" y="348342"/>
            <a:ext cx="8942387" cy="6509657"/>
          </a:xfrm>
          <a:prstGeom prst="rect">
            <a:avLst/>
          </a:prstGeom>
          <a:noFill/>
          <a:ln>
            <a:noFill/>
          </a:ln>
        </p:spPr>
        <p:txBody>
          <a:bodyPr spcFirstLastPara="1" wrap="square" lIns="91425" tIns="45700" rIns="91425" bIns="45700" anchor="ctr" anchorCtr="0">
            <a:noAutofit/>
          </a:bodyPr>
          <a:lstStyle/>
          <a:p>
            <a:pPr lvl="0" algn="r">
              <a:lnSpc>
                <a:spcPct val="150000"/>
              </a:lnSpc>
              <a:buClr>
                <a:srgbClr val="FFFFFF"/>
              </a:buClr>
              <a:buSzPts val="4800"/>
            </a:pPr>
            <a:r>
              <a:rPr lang="fr-FR" sz="4000" noProof="0" dirty="0"/>
              <a:t>R. Que vive mon âme à te louer !</a:t>
            </a:r>
          </a:p>
          <a:p>
            <a:pPr algn="r"/>
            <a:r>
              <a:rPr lang="fr-FR" sz="4000" noProof="0" dirty="0"/>
              <a:t>Tu as posé une lampe, une lumière sur ma route,</a:t>
            </a:r>
          </a:p>
          <a:p>
            <a:pPr algn="r"/>
            <a:r>
              <a:rPr lang="fr-FR" sz="4000" noProof="0" dirty="0"/>
              <a:t>Ta parole, Seigneur, ta parole, Seigneur.</a:t>
            </a:r>
          </a:p>
        </p:txBody>
      </p:sp>
    </p:spTree>
    <p:extLst>
      <p:ext uri="{BB962C8B-B14F-4D97-AF65-F5344CB8AC3E}">
        <p14:creationId xmlns:p14="http://schemas.microsoft.com/office/powerpoint/2010/main" val="341862348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MasterSp="0">
  <p:cSld>
    <p:spTree>
      <p:nvGrpSpPr>
        <p:cNvPr id="1" name="Shape 308">
          <a:extLst>
            <a:ext uri="{FF2B5EF4-FFF2-40B4-BE49-F238E27FC236}">
              <a16:creationId xmlns:a16="http://schemas.microsoft.com/office/drawing/2014/main" id="{7AE23B26-4ECB-9964-1CDC-E7BE7F9CFDF7}"/>
            </a:ext>
          </a:extLst>
        </p:cNvPr>
        <p:cNvGrpSpPr/>
        <p:nvPr/>
      </p:nvGrpSpPr>
      <p:grpSpPr>
        <a:xfrm>
          <a:off x="0" y="0"/>
          <a:ext cx="0" cy="0"/>
          <a:chOff x="0" y="0"/>
          <a:chExt cx="0" cy="0"/>
        </a:xfrm>
      </p:grpSpPr>
      <p:pic>
        <p:nvPicPr>
          <p:cNvPr id="4" name="Image 3">
            <a:extLst>
              <a:ext uri="{FF2B5EF4-FFF2-40B4-BE49-F238E27FC236}">
                <a16:creationId xmlns:a16="http://schemas.microsoft.com/office/drawing/2014/main" id="{392A7D7A-5D30-FEA1-A2CF-A23983CF623C}"/>
              </a:ext>
            </a:extLst>
          </p:cNvPr>
          <p:cNvPicPr>
            <a:picLocks noChangeAspect="1"/>
          </p:cNvPicPr>
          <p:nvPr/>
        </p:nvPicPr>
        <p:blipFill>
          <a:blip r:embed="rId3"/>
          <a:stretch>
            <a:fillRect/>
          </a:stretch>
        </p:blipFill>
        <p:spPr>
          <a:xfrm>
            <a:off x="2000250" y="0"/>
            <a:ext cx="5143500" cy="6858000"/>
          </a:xfrm>
          <a:prstGeom prst="rect">
            <a:avLst/>
          </a:prstGeom>
        </p:spPr>
      </p:pic>
    </p:spTree>
    <p:extLst>
      <p:ext uri="{BB962C8B-B14F-4D97-AF65-F5344CB8AC3E}">
        <p14:creationId xmlns:p14="http://schemas.microsoft.com/office/powerpoint/2010/main" val="300319496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MasterSp="0">
  <p:cSld>
    <p:spTree>
      <p:nvGrpSpPr>
        <p:cNvPr id="1" name="Shape 308">
          <a:extLst>
            <a:ext uri="{FF2B5EF4-FFF2-40B4-BE49-F238E27FC236}">
              <a16:creationId xmlns:a16="http://schemas.microsoft.com/office/drawing/2014/main" id="{D23F39A1-3332-F402-36F4-EC39C0ACC916}"/>
            </a:ext>
          </a:extLst>
        </p:cNvPr>
        <p:cNvGrpSpPr/>
        <p:nvPr/>
      </p:nvGrpSpPr>
      <p:grpSpPr>
        <a:xfrm>
          <a:off x="0" y="0"/>
          <a:ext cx="0" cy="0"/>
          <a:chOff x="0" y="0"/>
          <a:chExt cx="0" cy="0"/>
        </a:xfrm>
      </p:grpSpPr>
      <p:pic>
        <p:nvPicPr>
          <p:cNvPr id="2" name="Image 1" descr="Schevenings Orkest - Ite, Missa Est — Gloria Filii Dei | Play on Anghami">
            <a:extLst>
              <a:ext uri="{FF2B5EF4-FFF2-40B4-BE49-F238E27FC236}">
                <a16:creationId xmlns:a16="http://schemas.microsoft.com/office/drawing/2014/main" id="{88BF5E83-8373-9720-8AA6-2F9CD67A5A54}"/>
              </a:ext>
            </a:extLst>
          </p:cNvPr>
          <p:cNvPicPr>
            <a:picLocks noChangeAspect="1"/>
          </p:cNvPicPr>
          <p:nvPr/>
        </p:nvPicPr>
        <p:blipFill>
          <a:blip r:embed="rId3"/>
          <a:stretch>
            <a:fillRect/>
          </a:stretch>
        </p:blipFill>
        <p:spPr>
          <a:xfrm>
            <a:off x="1525713" y="382713"/>
            <a:ext cx="6092574" cy="6092574"/>
          </a:xfrm>
          <a:prstGeom prst="rect">
            <a:avLst/>
          </a:prstGeom>
        </p:spPr>
      </p:pic>
    </p:spTree>
    <p:extLst>
      <p:ext uri="{BB962C8B-B14F-4D97-AF65-F5344CB8AC3E}">
        <p14:creationId xmlns:p14="http://schemas.microsoft.com/office/powerpoint/2010/main" val="3516969802"/>
      </p:ext>
    </p:extLst>
  </p:cSld>
  <p:clrMapOvr>
    <a:masterClrMapping/>
  </p:clrMapOvr>
</p:sld>
</file>

<file path=ppt/theme/theme1.xml><?xml version="1.0" encoding="utf-8"?>
<a:theme xmlns:a="http://schemas.openxmlformats.org/drawingml/2006/main" name="2_Rayon">
  <a:themeElements>
    <a:clrScheme name="Rayon">
      <a:dk1>
        <a:srgbClr val="FFFFFF"/>
      </a:dk1>
      <a:lt1>
        <a:srgbClr val="000099"/>
      </a:lt1>
      <a:dk2>
        <a:srgbClr val="FFFFFF"/>
      </a:dk2>
      <a:lt2>
        <a:srgbClr val="000080"/>
      </a:lt2>
      <a:accent1>
        <a:srgbClr val="3366FF"/>
      </a:accent1>
      <a:accent2>
        <a:srgbClr val="7B46D0"/>
      </a:accent2>
      <a:accent3>
        <a:srgbClr val="000099"/>
      </a:accent3>
      <a:accent4>
        <a:srgbClr val="3366FF"/>
      </a:accent4>
      <a:accent5>
        <a:srgbClr val="7B46D0"/>
      </a:accent5>
      <a:accent6>
        <a:srgbClr val="000099"/>
      </a:accent6>
      <a:hlink>
        <a:srgbClr val="86D1EC"/>
      </a:hlink>
      <a:folHlink>
        <a:srgbClr val="45C98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3_Rayon">
  <a:themeElements>
    <a:clrScheme name="Rayon">
      <a:dk1>
        <a:srgbClr val="FFFFFF"/>
      </a:dk1>
      <a:lt1>
        <a:srgbClr val="000099"/>
      </a:lt1>
      <a:dk2>
        <a:srgbClr val="FFFFFF"/>
      </a:dk2>
      <a:lt2>
        <a:srgbClr val="000080"/>
      </a:lt2>
      <a:accent1>
        <a:srgbClr val="3366FF"/>
      </a:accent1>
      <a:accent2>
        <a:srgbClr val="7B46D0"/>
      </a:accent2>
      <a:accent3>
        <a:srgbClr val="000099"/>
      </a:accent3>
      <a:accent4>
        <a:srgbClr val="3366FF"/>
      </a:accent4>
      <a:accent5>
        <a:srgbClr val="7B46D0"/>
      </a:accent5>
      <a:accent6>
        <a:srgbClr val="000099"/>
      </a:accent6>
      <a:hlink>
        <a:srgbClr val="86D1EC"/>
      </a:hlink>
      <a:folHlink>
        <a:srgbClr val="45C98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Rayon">
  <a:themeElements>
    <a:clrScheme name="Rayon">
      <a:dk1>
        <a:srgbClr val="FFFFFF"/>
      </a:dk1>
      <a:lt1>
        <a:srgbClr val="000099"/>
      </a:lt1>
      <a:dk2>
        <a:srgbClr val="FFFFFF"/>
      </a:dk2>
      <a:lt2>
        <a:srgbClr val="000080"/>
      </a:lt2>
      <a:accent1>
        <a:srgbClr val="3366FF"/>
      </a:accent1>
      <a:accent2>
        <a:srgbClr val="7B46D0"/>
      </a:accent2>
      <a:accent3>
        <a:srgbClr val="000099"/>
      </a:accent3>
      <a:accent4>
        <a:srgbClr val="3366FF"/>
      </a:accent4>
      <a:accent5>
        <a:srgbClr val="7B46D0"/>
      </a:accent5>
      <a:accent6>
        <a:srgbClr val="000099"/>
      </a:accent6>
      <a:hlink>
        <a:srgbClr val="86D1EC"/>
      </a:hlink>
      <a:folHlink>
        <a:srgbClr val="45C98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1_Rayon">
  <a:themeElements>
    <a:clrScheme name="Rayon">
      <a:dk1>
        <a:srgbClr val="FFFFFF"/>
      </a:dk1>
      <a:lt1>
        <a:srgbClr val="000099"/>
      </a:lt1>
      <a:dk2>
        <a:srgbClr val="FFFFFF"/>
      </a:dk2>
      <a:lt2>
        <a:srgbClr val="000080"/>
      </a:lt2>
      <a:accent1>
        <a:srgbClr val="3366FF"/>
      </a:accent1>
      <a:accent2>
        <a:srgbClr val="7B46D0"/>
      </a:accent2>
      <a:accent3>
        <a:srgbClr val="000099"/>
      </a:accent3>
      <a:accent4>
        <a:srgbClr val="3366FF"/>
      </a:accent4>
      <a:accent5>
        <a:srgbClr val="7B46D0"/>
      </a:accent5>
      <a:accent6>
        <a:srgbClr val="000099"/>
      </a:accent6>
      <a:hlink>
        <a:srgbClr val="86D1EC"/>
      </a:hlink>
      <a:folHlink>
        <a:srgbClr val="45C98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5_Rayon">
  <a:themeElements>
    <a:clrScheme name="Rayon">
      <a:dk1>
        <a:srgbClr val="FFFFFF"/>
      </a:dk1>
      <a:lt1>
        <a:srgbClr val="000099"/>
      </a:lt1>
      <a:dk2>
        <a:srgbClr val="FFFFFF"/>
      </a:dk2>
      <a:lt2>
        <a:srgbClr val="000080"/>
      </a:lt2>
      <a:accent1>
        <a:srgbClr val="3366FF"/>
      </a:accent1>
      <a:accent2>
        <a:srgbClr val="7B46D0"/>
      </a:accent2>
      <a:accent3>
        <a:srgbClr val="000099"/>
      </a:accent3>
      <a:accent4>
        <a:srgbClr val="3366FF"/>
      </a:accent4>
      <a:accent5>
        <a:srgbClr val="7B46D0"/>
      </a:accent5>
      <a:accent6>
        <a:srgbClr val="000099"/>
      </a:accent6>
      <a:hlink>
        <a:srgbClr val="86D1EC"/>
      </a:hlink>
      <a:folHlink>
        <a:srgbClr val="45C98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1358</Words>
  <Application>Microsoft Office PowerPoint</Application>
  <PresentationFormat>Affichage à l'écran (4:3)</PresentationFormat>
  <Paragraphs>191</Paragraphs>
  <Slides>53</Slides>
  <Notes>53</Notes>
  <HiddenSlides>0</HiddenSlides>
  <MMClips>0</MMClips>
  <ScaleCrop>false</ScaleCrop>
  <HeadingPairs>
    <vt:vector size="6" baseType="variant">
      <vt:variant>
        <vt:lpstr>Polices utilisées</vt:lpstr>
      </vt:variant>
      <vt:variant>
        <vt:i4>3</vt:i4>
      </vt:variant>
      <vt:variant>
        <vt:lpstr>Thème</vt:lpstr>
      </vt:variant>
      <vt:variant>
        <vt:i4>5</vt:i4>
      </vt:variant>
      <vt:variant>
        <vt:lpstr>Titres des diapositives</vt:lpstr>
      </vt:variant>
      <vt:variant>
        <vt:i4>53</vt:i4>
      </vt:variant>
    </vt:vector>
  </HeadingPairs>
  <TitlesOfParts>
    <vt:vector size="61" baseType="lpstr">
      <vt:lpstr>Arial</vt:lpstr>
      <vt:lpstr>Comic Sans MS</vt:lpstr>
      <vt:lpstr>Verdana</vt:lpstr>
      <vt:lpstr>2_Rayon</vt:lpstr>
      <vt:lpstr>3_Rayon</vt:lpstr>
      <vt:lpstr>Rayon</vt:lpstr>
      <vt:lpstr>1_Rayon</vt:lpstr>
      <vt:lpstr>5_Rayon</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PSAUME 22 (23)</vt:lpstr>
      <vt:lpstr>Le Seigneur est mon berger : je ne manque de rien. Sur des prés d’herbe fraîche, il me fait reposer.   Il me mène vers les eaux tranquilles et me fait revivre ; il me conduit par le juste chemin pour l’honneur de son nom.</vt:lpstr>
      <vt:lpstr>Si je traverse les ravins de la mort, je ne crains aucun mal, car tu es avec moi, ton bâton me guide et me rassure.  Tu prépares la table pour moi devant mes ennemis ; tu répands le parfum sur ma tête, ma coupe est débordante.</vt:lpstr>
      <vt:lpstr>Grâce et bonheur m’accompagnent tous les jours de ma vie ; j’habiterai la maison du Seigneur pour la durée de mes jours.</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R. Que vive mon âme à te louer ! Tu as posé une lampe, une lumière sur ma route, Ta parole, Seigneur, ta parole, Seigneur.</vt:lpstr>
      <vt:lpstr>1 - Heureux ceux qui marchent dans tes voies, Seigneur ! De tout mon cœur, je veux garder ta parole, Ne me délaisse pas, Dieu de ma joie.</vt:lpstr>
      <vt:lpstr>R. Que vive mon âme à te louer ! Tu as posé une lampe, une lumière sur ma route, Ta parole, Seigneur, ta parole, Seigneur.</vt:lpstr>
      <vt:lpstr>2 - Heureux ceux qui veulent faire ta volonté ! Je cours sans peur sur la voie de tes préceptes Et mes lèvres publient ta vérité.</vt:lpstr>
      <vt:lpstr>R. Que vive mon âme à te louer ! Tu as posé une lampe, une lumière sur ma route, Ta parole, Seigneur, ta parole, Seigneur.</vt:lpstr>
      <vt:lpstr>Présentation PowerPoint</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Goerens</dc:creator>
  <cp:lastModifiedBy>Pascal GOURRIN</cp:lastModifiedBy>
  <cp:revision>54</cp:revision>
  <dcterms:modified xsi:type="dcterms:W3CDTF">2026-10-09T05:30:38Z</dcterms:modified>
</cp:coreProperties>
</file>